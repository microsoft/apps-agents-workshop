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owerSeries/BusinessSkill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BusinessSkills link cover"/>
          <p:cNvSpPr/>
          <p:nvPr/>
        </p:nvSpPr>
        <p:spPr>
          <a:xfrm>
            <a:off x="1536192" y="3566160"/>
            <a:ext cx="9189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usinessSkills real hyperlink"/>
          <p:cNvSpPr txBox="1"/>
          <p:nvPr/>
        </p:nvSpPr>
        <p:spPr>
          <a:xfrm>
            <a:off x="1618488" y="3529584"/>
            <a:ext cx="9144000" cy="6217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500" b="1" u="sng">
                <a:solidFill>
                  <a:srgbClr val="805CCC"/>
                </a:solidFill>
                <a:latin typeface="Aptos"/>
                <a:hlinkClick r:id="rId3"/>
              </a:rPr>
              <a:t>https://aka.ms/PowerSeries/BusinessSkills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Ankita Chopra</dc:creator>
  <cp:keywords/>
  <dc:description>generated using python-pptx</dc:description>
  <cp:lastModifiedBy>Rasika Chaudhary</cp:lastModifiedBy>
  <cp:revision>2</cp:revision>
  <dcterms:created xsi:type="dcterms:W3CDTF">2013-01-27T09:14:16Z</dcterms:created>
  <dcterms:modified xsi:type="dcterms:W3CDTF">2026-10-14T19:53:40Z</dcterms:modified>
  <cp:category/>
</cp:coreProperties>
</file>