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 id="2147483684" r:id="rId5"/>
    <p:sldMasterId id="2147483708" r:id="rId6"/>
    <p:sldMasterId id="2147483711" r:id="rId7"/>
  </p:sldMasterIdLst>
  <p:notesMasterIdLst>
    <p:notesMasterId r:id="rId22"/>
  </p:notesMasterIdLst>
  <p:sldIdLst>
    <p:sldId id="294" r:id="rId8"/>
    <p:sldId id="2147480420" r:id="rId9"/>
    <p:sldId id="2147480435" r:id="rId10"/>
    <p:sldId id="2147482704" r:id="rId11"/>
    <p:sldId id="2147480454" r:id="rId12"/>
    <p:sldId id="271" r:id="rId13"/>
    <p:sldId id="2147482705" r:id="rId14"/>
    <p:sldId id="2147483647" r:id="rId15"/>
    <p:sldId id="256" r:id="rId16"/>
    <p:sldId id="2147482737" r:id="rId17"/>
    <p:sldId id="265" r:id="rId18"/>
    <p:sldId id="261" r:id="rId19"/>
    <p:sldId id="257" r:id="rId20"/>
    <p:sldId id="214748364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wer of the Platform" id="{4C839C86-1B6B-E241-9643-FF73875211CA}">
          <p14:sldIdLst>
            <p14:sldId id="294"/>
            <p14:sldId id="2147480420"/>
            <p14:sldId id="2147480435"/>
            <p14:sldId id="2147482704"/>
            <p14:sldId id="2147480454"/>
          </p14:sldIdLst>
        </p14:section>
        <p14:section name="MCP Apps" id="{B06ACA04-3919-4D77-9FB9-64A973737C34}">
          <p14:sldIdLst>
            <p14:sldId id="271"/>
            <p14:sldId id="2147482705"/>
            <p14:sldId id="2147483647"/>
            <p14:sldId id="256"/>
            <p14:sldId id="2147482737"/>
            <p14:sldId id="265"/>
            <p14:sldId id="261"/>
            <p14:sldId id="257"/>
            <p14:sldId id="21474836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61C5"/>
    <a:srgbClr val="016BEB"/>
    <a:srgbClr val="EEEEEE"/>
    <a:srgbClr val="8DC8E8"/>
    <a:srgbClr val="FF5C39"/>
    <a:srgbClr val="0078D4"/>
    <a:srgbClr val="0A1D2C"/>
    <a:srgbClr val="F4364C"/>
    <a:srgbClr val="73262F"/>
    <a:srgbClr val="041D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71E1B3-B20A-4E87-888B-B9A01E980454}" v="5" dt="2026-09-03T05:43:5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277" autoAdjust="0"/>
  </p:normalViewPr>
  <p:slideViewPr>
    <p:cSldViewPr snapToGrid="0">
      <p:cViewPr varScale="1">
        <p:scale>
          <a:sx n="94" d="100"/>
          <a:sy n="94" d="100"/>
        </p:scale>
        <p:origin x="119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thini Radhakrishnan" userId="S::shradhak@microsoft.com::c88ac23b-9b67-42fb-9f3f-79af25099068" providerId="AD" clId="Web-{FC1D4E1C-6E95-56CE-9926-E4C2A1065476}"/>
    <pc:docChg chg="modSld">
      <pc:chgData name="Shanthini Radhakrishnan" userId="S::shradhak@microsoft.com::c88ac23b-9b67-42fb-9f3f-79af25099068" providerId="AD" clId="Web-{FC1D4E1C-6E95-56CE-9926-E4C2A1065476}" dt="2026-08-14T06:42:33.916" v="37" actId="20577"/>
      <pc:docMkLst>
        <pc:docMk/>
      </pc:docMkLst>
    </pc:docChg>
  </pc:docChgLst>
  <pc:docChgLst>
    <pc:chgData name="Shanthini Radhakrishnan" userId="c88ac23b-9b67-42fb-9f3f-79af25099068" providerId="ADAL" clId="{CC774E79-01BB-4718-9121-E0AA284E6805}"/>
    <pc:docChg chg="undo custSel addSld delSld modSld sldOrd modSection">
      <pc:chgData name="Shanthini Radhakrishnan" userId="c88ac23b-9b67-42fb-9f3f-79af25099068" providerId="ADAL" clId="{CC774E79-01BB-4718-9121-E0AA284E6805}" dt="2026-09-03T07:49:45.032" v="1662" actId="22"/>
      <pc:docMkLst>
        <pc:docMk/>
      </pc:docMkLst>
      <pc:sldChg chg="add modNotesTx">
        <pc:chgData name="Shanthini Radhakrishnan" userId="c88ac23b-9b67-42fb-9f3f-79af25099068" providerId="ADAL" clId="{CC774E79-01BB-4718-9121-E0AA284E6805}" dt="2026-09-02T20:29:29.434" v="1653" actId="20577"/>
        <pc:sldMkLst>
          <pc:docMk/>
          <pc:sldMk cId="0" sldId="256"/>
        </pc:sldMkLst>
      </pc:sldChg>
      <pc:sldChg chg="addSp delSp modSp add mod">
        <pc:chgData name="Shanthini Radhakrishnan" userId="c88ac23b-9b67-42fb-9f3f-79af25099068" providerId="ADAL" clId="{CC774E79-01BB-4718-9121-E0AA284E6805}" dt="2026-08-18T18:14:16.565" v="1628" actId="14100"/>
        <pc:sldMkLst>
          <pc:docMk/>
          <pc:sldMk cId="475540240" sldId="257"/>
        </pc:sldMkLst>
        <pc:spChg chg="mod">
          <ac:chgData name="Shanthini Radhakrishnan" userId="c88ac23b-9b67-42fb-9f3f-79af25099068" providerId="ADAL" clId="{CC774E79-01BB-4718-9121-E0AA284E6805}" dt="2026-08-18T18:02:38.333" v="1550" actId="404"/>
          <ac:spMkLst>
            <pc:docMk/>
            <pc:sldMk cId="475540240" sldId="257"/>
            <ac:spMk id="2" creationId="{DBC36B4F-DC9E-C0B0-DEE5-349116D28561}"/>
          </ac:spMkLst>
        </pc:spChg>
        <pc:spChg chg="add mod">
          <ac:chgData name="Shanthini Radhakrishnan" userId="c88ac23b-9b67-42fb-9f3f-79af25099068" providerId="ADAL" clId="{CC774E79-01BB-4718-9121-E0AA284E6805}" dt="2026-08-18T18:14:16.565" v="1628" actId="14100"/>
          <ac:spMkLst>
            <pc:docMk/>
            <pc:sldMk cId="475540240" sldId="257"/>
            <ac:spMk id="4" creationId="{4532925F-7318-B9EF-D3BE-0198E71A4E42}"/>
          </ac:spMkLst>
        </pc:spChg>
        <pc:spChg chg="mod">
          <ac:chgData name="Shanthini Radhakrishnan" userId="c88ac23b-9b67-42fb-9f3f-79af25099068" providerId="ADAL" clId="{CC774E79-01BB-4718-9121-E0AA284E6805}" dt="2026-08-18T17:58:13.110" v="1541" actId="1076"/>
          <ac:spMkLst>
            <pc:docMk/>
            <pc:sldMk cId="475540240" sldId="257"/>
            <ac:spMk id="7" creationId="{B420964A-2583-701E-BFE3-E0079BFFC646}"/>
          </ac:spMkLst>
        </pc:spChg>
      </pc:sldChg>
      <pc:sldChg chg="modSp add del mod">
        <pc:chgData name="Shanthini Radhakrishnan" userId="c88ac23b-9b67-42fb-9f3f-79af25099068" providerId="ADAL" clId="{CC774E79-01BB-4718-9121-E0AA284E6805}" dt="2026-09-03T05:44:27.994" v="1659" actId="20577"/>
        <pc:sldMkLst>
          <pc:docMk/>
          <pc:sldMk cId="133924556" sldId="261"/>
        </pc:sldMkLst>
        <pc:spChg chg="mod">
          <ac:chgData name="Shanthini Radhakrishnan" userId="c88ac23b-9b67-42fb-9f3f-79af25099068" providerId="ADAL" clId="{CC774E79-01BB-4718-9121-E0AA284E6805}" dt="2026-09-03T05:44:27.994" v="1659" actId="20577"/>
          <ac:spMkLst>
            <pc:docMk/>
            <pc:sldMk cId="133924556" sldId="261"/>
            <ac:spMk id="2" creationId="{14616636-BA77-08C1-F1C4-F557D753A28F}"/>
          </ac:spMkLst>
        </pc:spChg>
      </pc:sldChg>
      <pc:sldChg chg="add">
        <pc:chgData name="Shanthini Radhakrishnan" userId="c88ac23b-9b67-42fb-9f3f-79af25099068" providerId="ADAL" clId="{CC774E79-01BB-4718-9121-E0AA284E6805}" dt="2026-08-19T15:55:08.890" v="1632"/>
        <pc:sldMkLst>
          <pc:docMk/>
          <pc:sldMk cId="0" sldId="265"/>
        </pc:sldMkLst>
      </pc:sldChg>
      <pc:sldChg chg="addSp delSp modSp add mod modNotesTx">
        <pc:chgData name="Shanthini Radhakrishnan" userId="c88ac23b-9b67-42fb-9f3f-79af25099068" providerId="ADAL" clId="{CC774E79-01BB-4718-9121-E0AA284E6805}" dt="2026-09-03T07:42:14.936" v="1660" actId="20577"/>
        <pc:sldMkLst>
          <pc:docMk/>
          <pc:sldMk cId="4029431004" sldId="271"/>
        </pc:sldMkLst>
        <pc:spChg chg="mod">
          <ac:chgData name="Shanthini Radhakrishnan" userId="c88ac23b-9b67-42fb-9f3f-79af25099068" providerId="ADAL" clId="{CC774E79-01BB-4718-9121-E0AA284E6805}" dt="2026-09-03T05:42:44.397" v="1656" actId="1076"/>
          <ac:spMkLst>
            <pc:docMk/>
            <pc:sldMk cId="4029431004" sldId="271"/>
            <ac:spMk id="2" creationId="{7CE0D085-4768-FD80-AD57-EC2C96217977}"/>
          </ac:spMkLst>
        </pc:spChg>
        <pc:spChg chg="del">
          <ac:chgData name="Shanthini Radhakrishnan" userId="c88ac23b-9b67-42fb-9f3f-79af25099068" providerId="ADAL" clId="{CC774E79-01BB-4718-9121-E0AA284E6805}" dt="2026-09-03T05:42:41.936" v="1655" actId="478"/>
          <ac:spMkLst>
            <pc:docMk/>
            <pc:sldMk cId="4029431004" sldId="271"/>
            <ac:spMk id="3" creationId="{00000000-0000-0000-0000-000000000000}"/>
          </ac:spMkLst>
        </pc:spChg>
        <pc:picChg chg="add mod">
          <ac:chgData name="Shanthini Radhakrishnan" userId="c88ac23b-9b67-42fb-9f3f-79af25099068" providerId="ADAL" clId="{CC774E79-01BB-4718-9121-E0AA284E6805}" dt="2026-08-14T08:23:44.611" v="1315" actId="1076"/>
          <ac:picMkLst>
            <pc:docMk/>
            <pc:sldMk cId="4029431004" sldId="271"/>
            <ac:picMk id="5" creationId="{95FF5576-ABDF-6BED-5AF7-5BBA2AECAAA3}"/>
          </ac:picMkLst>
        </pc:picChg>
      </pc:sldChg>
      <pc:sldChg chg="addSp delSp mod modNotesTx">
        <pc:chgData name="Shanthini Radhakrishnan" userId="c88ac23b-9b67-42fb-9f3f-79af25099068" providerId="ADAL" clId="{CC774E79-01BB-4718-9121-E0AA284E6805}" dt="2026-08-18T17:45:52.994" v="1484" actId="20577"/>
        <pc:sldMkLst>
          <pc:docMk/>
          <pc:sldMk cId="3310826338" sldId="294"/>
        </pc:sldMkLst>
        <pc:picChg chg="add">
          <ac:chgData name="Shanthini Radhakrishnan" userId="c88ac23b-9b67-42fb-9f3f-79af25099068" providerId="ADAL" clId="{CC774E79-01BB-4718-9121-E0AA284E6805}" dt="2026-08-14T08:23:48.780" v="1317" actId="22"/>
          <ac:picMkLst>
            <pc:docMk/>
            <pc:sldMk cId="3310826338" sldId="294"/>
            <ac:picMk id="3" creationId="{9BDA80B1-2CAA-BF1B-FA4F-72991D2CCA33}"/>
          </ac:picMkLst>
        </pc:picChg>
      </pc:sldChg>
      <pc:sldChg chg="delSp modSp mod">
        <pc:chgData name="Shanthini Radhakrishnan" userId="c88ac23b-9b67-42fb-9f3f-79af25099068" providerId="ADAL" clId="{CC774E79-01BB-4718-9121-E0AA284E6805}" dt="2026-08-14T06:51:30.662" v="87" actId="478"/>
        <pc:sldMkLst>
          <pc:docMk/>
          <pc:sldMk cId="456768418" sldId="2147480420"/>
        </pc:sldMkLst>
      </pc:sldChg>
      <pc:sldChg chg="add modNotesTx">
        <pc:chgData name="Shanthini Radhakrishnan" userId="c88ac23b-9b67-42fb-9f3f-79af25099068" providerId="ADAL" clId="{CC774E79-01BB-4718-9121-E0AA284E6805}" dt="2026-08-14T22:17:18.953" v="1319" actId="20577"/>
        <pc:sldMkLst>
          <pc:docMk/>
          <pc:sldMk cId="874542583" sldId="2147480454"/>
        </pc:sldMkLst>
      </pc:sldChg>
      <pc:sldChg chg="addSp delSp modSp mod ord modClrScheme addAnim delAnim modAnim chgLayout">
        <pc:chgData name="Shanthini Radhakrishnan" userId="c88ac23b-9b67-42fb-9f3f-79af25099068" providerId="ADAL" clId="{CC774E79-01BB-4718-9121-E0AA284E6805}" dt="2026-08-14T07:45:47.799" v="1313" actId="6549"/>
        <pc:sldMkLst>
          <pc:docMk/>
          <pc:sldMk cId="2252414921" sldId="2147482705"/>
        </pc:sldMkLst>
        <pc:spChg chg="add mod ord">
          <ac:chgData name="Shanthini Radhakrishnan" userId="c88ac23b-9b67-42fb-9f3f-79af25099068" providerId="ADAL" clId="{CC774E79-01BB-4718-9121-E0AA284E6805}" dt="2026-08-14T06:51:51.370" v="90" actId="108"/>
          <ac:spMkLst>
            <pc:docMk/>
            <pc:sldMk cId="2252414921" sldId="2147482705"/>
            <ac:spMk id="5" creationId="{27E50399-8254-7423-42AB-B7E9BE578B52}"/>
          </ac:spMkLst>
        </pc:spChg>
        <pc:spChg chg="add mod">
          <ac:chgData name="Shanthini Radhakrishnan" userId="c88ac23b-9b67-42fb-9f3f-79af25099068" providerId="ADAL" clId="{CC774E79-01BB-4718-9121-E0AA284E6805}" dt="2026-08-14T07:45:47.799" v="1313" actId="6549"/>
          <ac:spMkLst>
            <pc:docMk/>
            <pc:sldMk cId="2252414921" sldId="2147482705"/>
            <ac:spMk id="10" creationId="{82500312-017D-6588-9321-25FEED705E0F}"/>
          </ac:spMkLst>
        </pc:spChg>
        <pc:spChg chg="mod ord topLvl">
          <ac:chgData name="Shanthini Radhakrishnan" userId="c88ac23b-9b67-42fb-9f3f-79af25099068" providerId="ADAL" clId="{CC774E79-01BB-4718-9121-E0AA284E6805}" dt="2026-08-14T07:27:55.422" v="998" actId="1076"/>
          <ac:spMkLst>
            <pc:docMk/>
            <pc:sldMk cId="2252414921" sldId="2147482705"/>
            <ac:spMk id="38" creationId="{B2126AED-C8DB-2FD4-F908-DB22A7E5EB8B}"/>
          </ac:spMkLst>
        </pc:spChg>
        <pc:spChg chg="add mod">
          <ac:chgData name="Shanthini Radhakrishnan" userId="c88ac23b-9b67-42fb-9f3f-79af25099068" providerId="ADAL" clId="{CC774E79-01BB-4718-9121-E0AA284E6805}" dt="2026-08-14T07:27:55.422" v="998" actId="1076"/>
          <ac:spMkLst>
            <pc:docMk/>
            <pc:sldMk cId="2252414921" sldId="2147482705"/>
            <ac:spMk id="71" creationId="{EE5F846B-2451-9D46-9C55-2DD15C1B5969}"/>
          </ac:spMkLst>
        </pc:spChg>
        <pc:spChg chg="add mod">
          <ac:chgData name="Shanthini Radhakrishnan" userId="c88ac23b-9b67-42fb-9f3f-79af25099068" providerId="ADAL" clId="{CC774E79-01BB-4718-9121-E0AA284E6805}" dt="2026-08-14T07:27:55.422" v="998" actId="1076"/>
          <ac:spMkLst>
            <pc:docMk/>
            <pc:sldMk cId="2252414921" sldId="2147482705"/>
            <ac:spMk id="73" creationId="{58B68F7A-B7FE-1526-FF4F-A6E15C8143B1}"/>
          </ac:spMkLst>
        </pc:spChg>
        <pc:spChg chg="add mod">
          <ac:chgData name="Shanthini Radhakrishnan" userId="c88ac23b-9b67-42fb-9f3f-79af25099068" providerId="ADAL" clId="{CC774E79-01BB-4718-9121-E0AA284E6805}" dt="2026-08-14T07:27:55.422" v="998" actId="1076"/>
          <ac:spMkLst>
            <pc:docMk/>
            <pc:sldMk cId="2252414921" sldId="2147482705"/>
            <ac:spMk id="75" creationId="{1B0F637B-A162-9991-5355-E0841F96FC56}"/>
          </ac:spMkLst>
        </pc:spChg>
        <pc:spChg chg="add mod">
          <ac:chgData name="Shanthini Radhakrishnan" userId="c88ac23b-9b67-42fb-9f3f-79af25099068" providerId="ADAL" clId="{CC774E79-01BB-4718-9121-E0AA284E6805}" dt="2026-08-14T07:27:55.422" v="998" actId="1076"/>
          <ac:spMkLst>
            <pc:docMk/>
            <pc:sldMk cId="2252414921" sldId="2147482705"/>
            <ac:spMk id="77" creationId="{9690D83D-C335-EC9D-34A9-B3B519B8A341}"/>
          </ac:spMkLst>
        </pc:spChg>
        <pc:picChg chg="add mod">
          <ac:chgData name="Shanthini Radhakrishnan" userId="c88ac23b-9b67-42fb-9f3f-79af25099068" providerId="ADAL" clId="{CC774E79-01BB-4718-9121-E0AA284E6805}" dt="2026-08-14T06:49:49.117" v="63" actId="1076"/>
          <ac:picMkLst>
            <pc:docMk/>
            <pc:sldMk cId="2252414921" sldId="2147482705"/>
            <ac:picMk id="4" creationId="{E0C8FF59-071C-978C-25EB-ED6F8B6A0CAB}"/>
          </ac:picMkLst>
        </pc:picChg>
        <pc:picChg chg="add mod">
          <ac:chgData name="Shanthini Radhakrishnan" userId="c88ac23b-9b67-42fb-9f3f-79af25099068" providerId="ADAL" clId="{CC774E79-01BB-4718-9121-E0AA284E6805}" dt="2026-08-14T06:50:15.621" v="83" actId="1076"/>
          <ac:picMkLst>
            <pc:docMk/>
            <pc:sldMk cId="2252414921" sldId="2147482705"/>
            <ac:picMk id="8" creationId="{FEC5234F-8EAE-23B3-FC28-96854F3940DD}"/>
          </ac:picMkLst>
        </pc:picChg>
      </pc:sldChg>
      <pc:sldChg chg="add">
        <pc:chgData name="Shanthini Radhakrishnan" userId="c88ac23b-9b67-42fb-9f3f-79af25099068" providerId="ADAL" clId="{CC774E79-01BB-4718-9121-E0AA284E6805}" dt="2026-08-19T15:55:08.890" v="1632"/>
        <pc:sldMkLst>
          <pc:docMk/>
          <pc:sldMk cId="0" sldId="2147482737"/>
        </pc:sldMkLst>
      </pc:sldChg>
      <pc:sldChg chg="addSp modSp mod">
        <pc:chgData name="Shanthini Radhakrishnan" userId="c88ac23b-9b67-42fb-9f3f-79af25099068" providerId="ADAL" clId="{CC774E79-01BB-4718-9121-E0AA284E6805}" dt="2026-08-17T17:17:41.042" v="1328" actId="20577"/>
        <pc:sldMkLst>
          <pc:docMk/>
          <pc:sldMk cId="142835945" sldId="2147483645"/>
        </pc:sldMkLst>
        <pc:spChg chg="mod">
          <ac:chgData name="Shanthini Radhakrishnan" userId="c88ac23b-9b67-42fb-9f3f-79af25099068" providerId="ADAL" clId="{CC774E79-01BB-4718-9121-E0AA284E6805}" dt="2026-08-17T17:17:41.042" v="1328" actId="20577"/>
          <ac:spMkLst>
            <pc:docMk/>
            <pc:sldMk cId="142835945" sldId="2147483645"/>
            <ac:spMk id="2" creationId="{8E6105DA-298A-E5C4-0608-2C44F5EBB7B0}"/>
          </ac:spMkLst>
        </pc:spChg>
        <pc:spChg chg="add mod">
          <ac:chgData name="Shanthini Radhakrishnan" userId="c88ac23b-9b67-42fb-9f3f-79af25099068" providerId="ADAL" clId="{CC774E79-01BB-4718-9121-E0AA284E6805}" dt="2026-08-14T07:39:11.250" v="1066" actId="403"/>
          <ac:spMkLst>
            <pc:docMk/>
            <pc:sldMk cId="142835945" sldId="2147483645"/>
            <ac:spMk id="4" creationId="{49BD882A-8E5D-6991-F41C-B8A44545D9A0}"/>
          </ac:spMkLst>
        </pc:spChg>
        <pc:spChg chg="add mod">
          <ac:chgData name="Shanthini Radhakrishnan" userId="c88ac23b-9b67-42fb-9f3f-79af25099068" providerId="ADAL" clId="{CC774E79-01BB-4718-9121-E0AA284E6805}" dt="2026-08-14T07:39:41.169" v="1068" actId="2085"/>
          <ac:spMkLst>
            <pc:docMk/>
            <pc:sldMk cId="142835945" sldId="2147483645"/>
            <ac:spMk id="5" creationId="{B4504859-D12D-5C21-3810-D60A1AA44DCB}"/>
          </ac:spMkLst>
        </pc:spChg>
      </pc:sldChg>
      <pc:sldChg chg="addSp delSp modSp new add del mod modClrScheme chgLayout">
        <pc:chgData name="Shanthini Radhakrishnan" userId="c88ac23b-9b67-42fb-9f3f-79af25099068" providerId="ADAL" clId="{CC774E79-01BB-4718-9121-E0AA284E6805}" dt="2026-09-03T07:49:45.032" v="1662" actId="22"/>
        <pc:sldMkLst>
          <pc:docMk/>
          <pc:sldMk cId="2897629418" sldId="2147483647"/>
        </pc:sldMkLst>
        <pc:spChg chg="add mod">
          <ac:chgData name="Shanthini Radhakrishnan" userId="c88ac23b-9b67-42fb-9f3f-79af25099068" providerId="ADAL" clId="{CC774E79-01BB-4718-9121-E0AA284E6805}" dt="2026-09-03T05:42:51.953" v="1657"/>
          <ac:spMkLst>
            <pc:docMk/>
            <pc:sldMk cId="2897629418" sldId="2147483647"/>
            <ac:spMk id="2" creationId="{081A035A-B250-9C17-BF43-72251BE29A8F}"/>
          </ac:spMkLst>
        </pc:spChg>
        <pc:spChg chg="add mod">
          <ac:chgData name="Shanthini Radhakrishnan" userId="c88ac23b-9b67-42fb-9f3f-79af25099068" providerId="ADAL" clId="{CC774E79-01BB-4718-9121-E0AA284E6805}" dt="2026-08-14T07:35:37.898" v="1003"/>
          <ac:spMkLst>
            <pc:docMk/>
            <pc:sldMk cId="2897629418" sldId="2147483647"/>
            <ac:spMk id="4" creationId="{1EF7932E-8AB5-09F7-B8EE-E920100D05A1}"/>
          </ac:spMkLst>
        </pc:spChg>
        <pc:spChg chg="add mod">
          <ac:chgData name="Shanthini Radhakrishnan" userId="c88ac23b-9b67-42fb-9f3f-79af25099068" providerId="ADAL" clId="{CC774E79-01BB-4718-9121-E0AA284E6805}" dt="2026-08-18T17:31:36.919" v="1435" actId="20577"/>
          <ac:spMkLst>
            <pc:docMk/>
            <pc:sldMk cId="2897629418" sldId="2147483647"/>
            <ac:spMk id="10" creationId="{FB02551C-C033-7F2A-F431-B61740DBFCD9}"/>
          </ac:spMkLst>
        </pc:spChg>
        <pc:picChg chg="add mod">
          <ac:chgData name="Shanthini Radhakrishnan" userId="c88ac23b-9b67-42fb-9f3f-79af25099068" providerId="ADAL" clId="{CC774E79-01BB-4718-9121-E0AA284E6805}" dt="2026-08-14T07:35:37.898" v="1003"/>
          <ac:picMkLst>
            <pc:docMk/>
            <pc:sldMk cId="2897629418" sldId="2147483647"/>
            <ac:picMk id="3" creationId="{2C116654-D4C8-B40B-C6A8-9F482C4566C2}"/>
          </ac:picMkLst>
        </pc:picChg>
        <pc:picChg chg="add del mod">
          <ac:chgData name="Shanthini Radhakrishnan" userId="c88ac23b-9b67-42fb-9f3f-79af25099068" providerId="ADAL" clId="{CC774E79-01BB-4718-9121-E0AA284E6805}" dt="2026-09-03T07:49:44.513" v="1661" actId="478"/>
          <ac:picMkLst>
            <pc:docMk/>
            <pc:sldMk cId="2897629418" sldId="2147483647"/>
            <ac:picMk id="5" creationId="{79F96117-EE3B-3010-6824-3A81F3BA7ACB}"/>
          </ac:picMkLst>
        </pc:picChg>
        <pc:picChg chg="add">
          <ac:chgData name="Shanthini Radhakrishnan" userId="c88ac23b-9b67-42fb-9f3f-79af25099068" providerId="ADAL" clId="{CC774E79-01BB-4718-9121-E0AA284E6805}" dt="2026-09-03T07:49:45.032" v="1662" actId="22"/>
          <ac:picMkLst>
            <pc:docMk/>
            <pc:sldMk cId="2897629418" sldId="2147483647"/>
            <ac:picMk id="7" creationId="{F103B95A-9F64-38B5-2697-B521D2923FB8}"/>
          </ac:picMkLst>
        </pc:picChg>
      </pc:sldChg>
      <pc:sldMasterChg chg="addSldLayout delSldLayout">
        <pc:chgData name="Shanthini Radhakrishnan" userId="c88ac23b-9b67-42fb-9f3f-79af25099068" providerId="ADAL" clId="{CC774E79-01BB-4718-9121-E0AA284E6805}" dt="2026-08-14T07:27:57.928" v="1000" actId="47"/>
        <pc:sldMasterMkLst>
          <pc:docMk/>
          <pc:sldMasterMk cId="2291828654" sldId="2147483684"/>
        </pc:sldMasterMkLst>
        <pc:sldLayoutChg chg="add del">
          <pc:chgData name="Shanthini Radhakrishnan" userId="c88ac23b-9b67-42fb-9f3f-79af25099068" providerId="ADAL" clId="{CC774E79-01BB-4718-9121-E0AA284E6805}" dt="2026-08-14T07:27:57.928" v="1000" actId="47"/>
          <pc:sldLayoutMkLst>
            <pc:docMk/>
            <pc:sldMasterMk cId="2291828654" sldId="2147483684"/>
            <pc:sldLayoutMk cId="3274896080" sldId="2147483694"/>
          </pc:sldLayoutMkLst>
        </pc:sldLayoutChg>
      </pc:sldMasterChg>
    </pc:docChg>
  </pc:docChgLst>
  <pc:docChgLst>
    <pc:chgData name="Shanthini Radhakrishnan" userId="S::shradhak@microsoft.com::c88ac23b-9b67-42fb-9f3f-79af25099068" providerId="AD" clId="Web-{00000000-0000-0000-0000-000000000000}"/>
    <pc:docChg chg="addSld modSld modSection">
      <pc:chgData name="Shanthini Radhakrishnan" userId="S::shradhak@microsoft.com::c88ac23b-9b67-42fb-9f3f-79af25099068" providerId="AD" clId="Web-{00000000-0000-0000-0000-000000000000}" dt="2026-08-13T21:59:05.227" v="11" actId="20577"/>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30030-8519-B049-964D-3DFF8E12A44D}"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8FC13-2E20-CA4A-93C7-0C6991A8116B}" type="slidenum">
              <a:rPr lang="en-US" smtClean="0"/>
              <a:t>‹#›</a:t>
            </a:fld>
            <a:endParaRPr lang="en-US"/>
          </a:p>
        </p:txBody>
      </p:sp>
    </p:spTree>
    <p:extLst>
      <p:ext uri="{BB962C8B-B14F-4D97-AF65-F5344CB8AC3E}">
        <p14:creationId xmlns:p14="http://schemas.microsoft.com/office/powerpoint/2010/main" val="1005869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anthropic.com/claude-code"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claude.ai/download"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7CDC-1069-334A-C9A4-CF2A3D3C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1FC54-0435-3A58-689E-37A28DD1496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934A0F5-D4D5-3A36-3816-885B255EB94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and thank you for joining me today!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talk about </a:t>
            </a:r>
            <a:r>
              <a:rPr lang="en-US" sz="1200" b="1" kern="1200" dirty="0">
                <a:solidFill>
                  <a:schemeClr val="tx1"/>
                </a:solidFill>
                <a:effectLst/>
                <a:latin typeface="+mn-lt"/>
                <a:ea typeface="+mn-ea"/>
                <a:cs typeface="+mn-cs"/>
              </a:rPr>
              <a:t>Power of the Platform</a:t>
            </a:r>
            <a:r>
              <a:rPr lang="en-US" sz="1200" kern="1200" dirty="0">
                <a:solidFill>
                  <a:schemeClr val="tx1"/>
                </a:solidFill>
                <a:effectLst/>
                <a:latin typeface="+mn-lt"/>
                <a:ea typeface="+mn-ea"/>
                <a:cs typeface="+mn-cs"/>
              </a:rPr>
              <a:t> and how the Power Platform is the best </a:t>
            </a:r>
            <a:r>
              <a:rPr lang="en-US" sz="1200" b="1" kern="1200" dirty="0">
                <a:solidFill>
                  <a:schemeClr val="tx1"/>
                </a:solidFill>
                <a:effectLst/>
                <a:latin typeface="+mn-lt"/>
                <a:ea typeface="+mn-ea"/>
                <a:cs typeface="+mn-cs"/>
              </a:rPr>
              <a:t>toolset</a:t>
            </a:r>
            <a:r>
              <a:rPr lang="en-US" sz="1200" kern="1200" dirty="0">
                <a:solidFill>
                  <a:schemeClr val="tx1"/>
                </a:solidFill>
                <a:effectLst/>
                <a:latin typeface="+mn-lt"/>
                <a:ea typeface="+mn-ea"/>
                <a:cs typeface="+mn-cs"/>
              </a:rPr>
              <a:t> to create </a:t>
            </a:r>
            <a:r>
              <a:rPr lang="en-US" sz="1200" b="1" kern="1200" dirty="0">
                <a:solidFill>
                  <a:schemeClr val="tx1"/>
                </a:solidFill>
                <a:effectLst/>
                <a:latin typeface="+mn-lt"/>
                <a:ea typeface="+mn-ea"/>
                <a:cs typeface="+mn-cs"/>
              </a:rPr>
              <a:t>enterprise</a:t>
            </a:r>
            <a:r>
              <a:rPr lang="en-US" sz="1200" kern="1200" dirty="0">
                <a:solidFill>
                  <a:schemeClr val="tx1"/>
                </a:solidFill>
                <a:effectLst/>
                <a:latin typeface="+mn-lt"/>
                <a:ea typeface="+mn-ea"/>
                <a:cs typeface="+mn-cs"/>
              </a:rPr>
              <a:t> solutions with AI, on your terms.</a:t>
            </a:r>
          </a:p>
          <a:p>
            <a:r>
              <a:rPr lang="en-US" sz="1200" kern="1200" dirty="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2BC23DBC-2F0D-E902-2E46-97FF4AAB9C3A}"/>
              </a:ext>
            </a:extLst>
          </p:cNvPr>
          <p:cNvSpPr>
            <a:spLocks noGrp="1"/>
          </p:cNvSpPr>
          <p:nvPr>
            <p:ph type="sldNum" sz="quarter" idx="5"/>
          </p:nvPr>
        </p:nvSpPr>
        <p:spPr/>
        <p:txBody>
          <a:bodyPr/>
          <a:lstStyle/>
          <a:p>
            <a:fld id="{F688FC13-2E20-CA4A-93C7-0C6991A8116B}" type="slidenum">
              <a:rPr lang="en-US" smtClean="0"/>
              <a:t>1</a:t>
            </a:fld>
            <a:endParaRPr lang="en-US"/>
          </a:p>
        </p:txBody>
      </p:sp>
    </p:spTree>
    <p:extLst>
      <p:ext uri="{BB962C8B-B14F-4D97-AF65-F5344CB8AC3E}">
        <p14:creationId xmlns:p14="http://schemas.microsoft.com/office/powerpoint/2010/main" val="2513062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B566-274E-FA0A-B70E-34CE6064B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13648-1F31-5C93-A30F-315525D14EB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15CDE9-4FA8-27C9-77C5-AA311A998CB6}"/>
              </a:ext>
            </a:extLst>
          </p:cNvPr>
          <p:cNvSpPr>
            <a:spLocks noGrp="1"/>
          </p:cNvSpPr>
          <p:nvPr>
            <p:ph type="body" idx="1"/>
          </p:nvPr>
        </p:nvSpPr>
        <p:spPr/>
        <p:txBody>
          <a:bodyPr/>
          <a:lstStyle/>
          <a:p>
            <a:pPr rtl="0" fontAlgn="base"/>
            <a:r>
              <a:rPr lang="en-US" sz="1200" b="0" i="0" kern="1200">
                <a:solidFill>
                  <a:schemeClr val="tx1"/>
                </a:solidFill>
                <a:effectLst/>
                <a:latin typeface="+mn-lt"/>
                <a:ea typeface="+mn-ea"/>
                <a:cs typeface="+mn-cs"/>
              </a:rPr>
              <a:t>Microsoft’s mission is “Empower every person and organization in the planet to achieve more”. </a:t>
            </a:r>
          </a:p>
          <a:p>
            <a:pPr rtl="0" fontAlgn="base"/>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Our mission in Power Platform is to empower everyone who needs to create business software by giving them the best toolset in the planet. </a:t>
            </a:r>
          </a:p>
          <a:p>
            <a:pPr rtl="0" fontAlgn="base"/>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In other words, if you have a </a:t>
            </a:r>
            <a:r>
              <a:rPr lang="en-US" sz="1200" b="1" i="0" kern="1200">
                <a:solidFill>
                  <a:schemeClr val="tx1"/>
                </a:solidFill>
                <a:effectLst/>
                <a:latin typeface="+mn-lt"/>
                <a:ea typeface="+mn-ea"/>
                <a:cs typeface="+mn-cs"/>
              </a:rPr>
              <a:t>business problem</a:t>
            </a:r>
            <a:r>
              <a:rPr lang="en-US" sz="1200" b="0" i="0" kern="1200">
                <a:solidFill>
                  <a:schemeClr val="tx1"/>
                </a:solidFill>
                <a:effectLst/>
                <a:latin typeface="+mn-lt"/>
                <a:ea typeface="+mn-ea"/>
                <a:cs typeface="+mn-cs"/>
              </a:rPr>
              <a:t> that can be solved with software, we want to provide you the </a:t>
            </a:r>
            <a:r>
              <a:rPr lang="en-US" sz="1200" b="1" i="0" kern="1200">
                <a:solidFill>
                  <a:schemeClr val="tx1"/>
                </a:solidFill>
                <a:effectLst/>
                <a:latin typeface="+mn-lt"/>
                <a:ea typeface="+mn-ea"/>
                <a:cs typeface="+mn-cs"/>
              </a:rPr>
              <a:t>best tools in the world</a:t>
            </a:r>
            <a:r>
              <a:rPr lang="en-US" sz="1200" b="0" i="0" kern="1200">
                <a:solidFill>
                  <a:schemeClr val="tx1"/>
                </a:solidFill>
                <a:effectLst/>
                <a:latin typeface="+mn-lt"/>
                <a:ea typeface="+mn-ea"/>
                <a:cs typeface="+mn-cs"/>
              </a:rPr>
              <a:t> to solve it, no matter what the problem 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Now, empower means something very specific in the Power Platform: </a:t>
            </a:r>
            <a:r>
              <a:rPr lang="en-US" sz="1200" kern="1200">
                <a:solidFill>
                  <a:schemeClr val="tx1"/>
                </a:solidFill>
                <a:effectLst/>
                <a:latin typeface="+mn-lt"/>
                <a:ea typeface="+mn-ea"/>
                <a:cs typeface="+mn-cs"/>
              </a:rPr>
              <a:t>Our rich tools, which are many, best in class in the industry, and we are very proud of, take the backseat..…and </a:t>
            </a:r>
            <a:r>
              <a:rPr lang="en-US" sz="1200" b="1" kern="1200">
                <a:solidFill>
                  <a:schemeClr val="tx1"/>
                </a:solidFill>
                <a:effectLst/>
                <a:latin typeface="+mn-lt"/>
                <a:ea typeface="+mn-ea"/>
                <a:cs typeface="+mn-cs"/>
              </a:rPr>
              <a:t>your</a:t>
            </a:r>
            <a:r>
              <a:rPr lang="en-US" sz="1200" kern="1200">
                <a:solidFill>
                  <a:schemeClr val="tx1"/>
                </a:solidFill>
                <a:effectLst/>
                <a:latin typeface="+mn-lt"/>
                <a:ea typeface="+mn-ea"/>
                <a:cs typeface="+mn-cs"/>
              </a:rPr>
              <a:t> business needs, context and constraints take the front seat.</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The tools are at the service of your needs and can accommodate any context and constraints, so you can use them in your terms. Your business goals come first, and our products are just tools to help you achieve those goals efficiently!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2DB773B-7CA8-7946-D7CC-C390FFFB3FEB}"/>
              </a:ext>
            </a:extLst>
          </p:cNvPr>
          <p:cNvSpPr>
            <a:spLocks noGrp="1"/>
          </p:cNvSpPr>
          <p:nvPr>
            <p:ph type="sldNum" sz="quarter" idx="5"/>
          </p:nvPr>
        </p:nvSpPr>
        <p:spPr/>
        <p:txBody>
          <a:bodyPr/>
          <a:lstStyle/>
          <a:p>
            <a:fld id="{3457D444-A536-C34C-BBE4-35E823AA1FE2}" type="slidenum">
              <a:rPr lang="en-US" smtClean="0"/>
              <a:t>2</a:t>
            </a:fld>
            <a:endParaRPr lang="en-US"/>
          </a:p>
        </p:txBody>
      </p:sp>
    </p:spTree>
    <p:extLst>
      <p:ext uri="{BB962C8B-B14F-4D97-AF65-F5344CB8AC3E}">
        <p14:creationId xmlns:p14="http://schemas.microsoft.com/office/powerpoint/2010/main" val="466301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ACDD4-55BF-DAB4-B67C-1A919284A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CF816-98EF-B0A9-7D2D-A21F335B5D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72A61C5-81D8-EE95-6601-2E95BB411C82}"/>
              </a:ext>
            </a:extLst>
          </p:cNvPr>
          <p:cNvSpPr>
            <a:spLocks noGrp="1"/>
          </p:cNvSpPr>
          <p:nvPr>
            <p:ph type="body" idx="1"/>
          </p:nvPr>
        </p:nvSpPr>
        <p:spPr/>
        <p:txBody>
          <a:bodyPr/>
          <a:lstStyle/>
          <a:p>
            <a:r>
              <a:rPr lang="en-US" sz="1200" kern="1200">
                <a:solidFill>
                  <a:schemeClr val="tx1"/>
                </a:solidFill>
                <a:effectLst/>
                <a:latin typeface="+mn-lt"/>
                <a:ea typeface="+mn-ea"/>
                <a:cs typeface="+mn-cs"/>
              </a:rPr>
              <a:t>   When it comes to </a:t>
            </a:r>
            <a:r>
              <a:rPr lang="en-US" sz="1200" b="1" kern="1200">
                <a:solidFill>
                  <a:schemeClr val="tx1"/>
                </a:solidFill>
                <a:effectLst/>
                <a:latin typeface="+mn-lt"/>
                <a:ea typeface="+mn-ea"/>
                <a:cs typeface="+mn-cs"/>
              </a:rPr>
              <a:t>how</a:t>
            </a:r>
            <a:r>
              <a:rPr lang="en-US" sz="1200" kern="1200">
                <a:solidFill>
                  <a:schemeClr val="tx1"/>
                </a:solidFill>
                <a:effectLst/>
                <a:latin typeface="+mn-lt"/>
                <a:ea typeface="+mn-ea"/>
                <a:cs typeface="+mn-cs"/>
              </a:rPr>
              <a:t>, there are many ways to build a applications: you can go no-code, low code, vibe-code, pro-code, or whatever is the next market trend that will come up in the next few months. We will have it! For example, these days spec-driven development is very popular and we support it. In all cases, we will always support all ways to build your enterprise grade apps with high quality. And, very importantly, you don’t have to pick only one way: you can chose and move between these based on the needs and context of your project.</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When it comes to </a:t>
            </a:r>
            <a:r>
              <a:rPr lang="en-US" sz="1200" b="1" kern="1200">
                <a:solidFill>
                  <a:schemeClr val="tx1"/>
                </a:solidFill>
                <a:effectLst/>
                <a:latin typeface="+mn-lt"/>
                <a:ea typeface="+mn-ea"/>
                <a:cs typeface="+mn-cs"/>
              </a:rPr>
              <a:t>what</a:t>
            </a:r>
            <a:r>
              <a:rPr lang="en-US" sz="1200" kern="1200">
                <a:solidFill>
                  <a:schemeClr val="tx1"/>
                </a:solidFill>
                <a:effectLst/>
                <a:latin typeface="+mn-lt"/>
                <a:ea typeface="+mn-ea"/>
                <a:cs typeface="+mn-cs"/>
              </a:rPr>
              <a:t>, you can build web apps, desktop apps, mobile apps, kiosks, web sites. As the market evolve, we evolve with it to. For example, we support composable and decomposable apps that can be part of an agent conversation. And also, you don’t have to pick only one path: again, you can move freely based on the needs of your project.</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Finally, when it comes to </a:t>
            </a:r>
            <a:r>
              <a:rPr lang="en-US" sz="1200" b="1" kern="1200">
                <a:solidFill>
                  <a:schemeClr val="tx1"/>
                </a:solidFill>
                <a:effectLst/>
                <a:latin typeface="+mn-lt"/>
                <a:ea typeface="+mn-ea"/>
                <a:cs typeface="+mn-cs"/>
              </a:rPr>
              <a:t>Where</a:t>
            </a:r>
            <a:r>
              <a:rPr lang="en-US" sz="1200" kern="1200">
                <a:solidFill>
                  <a:schemeClr val="tx1"/>
                </a:solidFill>
                <a:effectLst/>
                <a:latin typeface="+mn-lt"/>
                <a:ea typeface="+mn-ea"/>
                <a:cs typeface="+mn-cs"/>
              </a:rPr>
              <a:t> to deploy, you can deploy insider or outside your firewall and now into Copilot too.</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And, as the market keeps evolving, the how, what and where </a:t>
            </a:r>
            <a:r>
              <a:rPr lang="en-US" sz="1200" b="1" kern="1200">
                <a:solidFill>
                  <a:schemeClr val="tx1"/>
                </a:solidFill>
                <a:effectLst/>
                <a:latin typeface="+mn-lt"/>
                <a:ea typeface="+mn-ea"/>
                <a:cs typeface="+mn-cs"/>
              </a:rPr>
              <a:t>evolves</a:t>
            </a:r>
            <a:r>
              <a:rPr lang="en-US" sz="1200" kern="1200">
                <a:solidFill>
                  <a:schemeClr val="tx1"/>
                </a:solidFill>
                <a:effectLst/>
                <a:latin typeface="+mn-lt"/>
                <a:ea typeface="+mn-ea"/>
                <a:cs typeface="+mn-cs"/>
              </a:rPr>
              <a:t> with it, so you can </a:t>
            </a:r>
            <a:r>
              <a:rPr lang="en-US" sz="1200" b="1" kern="1200">
                <a:solidFill>
                  <a:schemeClr val="tx1"/>
                </a:solidFill>
                <a:effectLst/>
                <a:latin typeface="+mn-lt"/>
                <a:ea typeface="+mn-ea"/>
                <a:cs typeface="+mn-cs"/>
              </a:rPr>
              <a:t>always</a:t>
            </a:r>
            <a:r>
              <a:rPr lang="en-US" sz="1200" kern="1200">
                <a:solidFill>
                  <a:schemeClr val="tx1"/>
                </a:solidFill>
                <a:effectLst/>
                <a:latin typeface="+mn-lt"/>
                <a:ea typeface="+mn-ea"/>
                <a:cs typeface="+mn-cs"/>
              </a:rPr>
              <a:t> get the best toolset to build enterprise solutions.</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We fundamentally believe that these are your solutions, so you can create them your own ways, based on your needs and constraints.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And now, all of this is augmented with Al and agents!</a:t>
            </a:r>
          </a:p>
        </p:txBody>
      </p:sp>
      <p:sp>
        <p:nvSpPr>
          <p:cNvPr id="4" name="Slide Number Placeholder 3">
            <a:extLst>
              <a:ext uri="{FF2B5EF4-FFF2-40B4-BE49-F238E27FC236}">
                <a16:creationId xmlns:a16="http://schemas.microsoft.com/office/drawing/2014/main" id="{3C13B579-DD86-C28A-C73E-57D9FE8BA279}"/>
              </a:ext>
            </a:extLst>
          </p:cNvPr>
          <p:cNvSpPr>
            <a:spLocks noGrp="1"/>
          </p:cNvSpPr>
          <p:nvPr>
            <p:ph type="sldNum" sz="quarter" idx="5"/>
          </p:nvPr>
        </p:nvSpPr>
        <p:spPr/>
        <p:txBody>
          <a:bodyPr/>
          <a:lstStyle/>
          <a:p>
            <a:fld id="{034CED8C-5859-F348-9BC0-A90BE1EF7F05}" type="slidenum">
              <a:rPr lang="en-US" smtClean="0"/>
              <a:t>3</a:t>
            </a:fld>
            <a:endParaRPr lang="en-US"/>
          </a:p>
        </p:txBody>
      </p:sp>
    </p:spTree>
    <p:extLst>
      <p:ext uri="{BB962C8B-B14F-4D97-AF65-F5344CB8AC3E}">
        <p14:creationId xmlns:p14="http://schemas.microsoft.com/office/powerpoint/2010/main" val="15546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Although we talk about choice, when working with Power Platform there is always one constant: all solutions are deployed in an </a:t>
            </a:r>
            <a:r>
              <a:rPr lang="en-US" sz="1200" b="1" kern="1200">
                <a:solidFill>
                  <a:schemeClr val="tx1"/>
                </a:solidFill>
                <a:effectLst/>
                <a:latin typeface="+mn-lt"/>
                <a:ea typeface="+mn-ea"/>
                <a:cs typeface="+mn-cs"/>
              </a:rPr>
              <a:t>enterprise ready platform</a:t>
            </a:r>
            <a:r>
              <a:rPr lang="en-US" sz="1200" kern="1200">
                <a:solidFill>
                  <a:schemeClr val="tx1"/>
                </a:solidFill>
                <a:effectLst/>
                <a:latin typeface="+mn-lt"/>
                <a:ea typeface="+mn-ea"/>
                <a:cs typeface="+mn-cs"/>
              </a:rPr>
              <a:t> that includes managed security, managed governance, managed operations, and managed availability.</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So, no matter how you build, what do you build, or where you deploy, you will do it in a </a:t>
            </a:r>
            <a:r>
              <a:rPr lang="en-US" sz="1200" b="1" kern="1200">
                <a:solidFill>
                  <a:schemeClr val="tx1"/>
                </a:solidFill>
                <a:effectLst/>
                <a:latin typeface="+mn-lt"/>
                <a:ea typeface="+mn-ea"/>
                <a:cs typeface="+mn-cs"/>
              </a:rPr>
              <a:t>secure and enterprise ready platform</a:t>
            </a:r>
            <a:r>
              <a:rPr lang="en-US" sz="1200" kern="1200">
                <a:solidFill>
                  <a:schemeClr val="tx1"/>
                </a:solidFill>
                <a:effectLst/>
                <a:latin typeface="+mn-lt"/>
                <a:ea typeface="+mn-ea"/>
                <a:cs typeface="+mn-cs"/>
              </a:rPr>
              <a:t> that can accommodate to your needs, because the Power Platform is about you!</a:t>
            </a:r>
          </a:p>
        </p:txBody>
      </p:sp>
      <p:sp>
        <p:nvSpPr>
          <p:cNvPr id="4" name="Slide Number Placeholder 3"/>
          <p:cNvSpPr>
            <a:spLocks noGrp="1"/>
          </p:cNvSpPr>
          <p:nvPr>
            <p:ph type="sldNum" sz="quarter" idx="5"/>
          </p:nvPr>
        </p:nvSpPr>
        <p:spPr/>
        <p:txBody>
          <a:bodyPr/>
          <a:lstStyle/>
          <a:p>
            <a:fld id="{F688FC13-2E20-CA4A-93C7-0C6991A8116B}" type="slidenum">
              <a:rPr lang="en-US" smtClean="0"/>
              <a:t>4</a:t>
            </a:fld>
            <a:endParaRPr lang="en-US"/>
          </a:p>
        </p:txBody>
      </p:sp>
    </p:spTree>
    <p:extLst>
      <p:ext uri="{BB962C8B-B14F-4D97-AF65-F5344CB8AC3E}">
        <p14:creationId xmlns:p14="http://schemas.microsoft.com/office/powerpoint/2010/main" val="1031338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11480-0B96-F9C7-9FCB-A2E547899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E2A5F-B9A9-E626-FA82-15C166981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BA9AC-74A3-A34B-6057-BCA168F9001C}"/>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E1A023E-6513-ED52-FEC0-17F57ECD452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457D444-A536-C34C-BBE4-35E823AA1F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5069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(Model Context Protocol) is an open-source standard for connecting AI applications to external systems. Using MCP, AI applications like Claude or ChatGPT can connect to data sources (e.g. local files, databases), tools (e.g. search engines, calculators) and workflows (e.g. specialized prompts)—enabling them to access key information and perform tasks. Think of MCP like a USB-C port for AI applications. Just as USB-C provides a standardized way to connect electronic devices, MCP provides a standardized way to connect AI applications to external systems.</a:t>
            </a:r>
          </a:p>
          <a:p>
            <a:endParaRPr lang="en-US" dirty="0"/>
          </a:p>
          <a:p>
            <a:pPr lvl="0"/>
            <a:r>
              <a:rPr lang="en-US" dirty="0"/>
              <a:t>MCP follows a client-server architecture where an MCP host — an AI application like </a:t>
            </a:r>
            <a:r>
              <a:rPr lang="en-US" dirty="0">
                <a:hlinkClick r:id="rId3"/>
              </a:rPr>
              <a:t>Claude Code</a:t>
            </a:r>
            <a:r>
              <a:rPr lang="en-US" dirty="0"/>
              <a:t> or </a:t>
            </a:r>
            <a:r>
              <a:rPr lang="en-US" dirty="0">
                <a:hlinkClick r:id="rId4"/>
              </a:rPr>
              <a:t>Claude Desktop</a:t>
            </a:r>
            <a:r>
              <a:rPr lang="en-US" dirty="0"/>
              <a:t> — establishes connections to one or more MCP servers. The MCP host accomplishes this by creating one MCP client for each MCP server. Each MCP client maintains a dedicated connection with its corresponding MCP server. Local MCP servers that use the STDIO transport typically serve a single MCP client, whereas remote MCP servers that use the </a:t>
            </a:r>
            <a:r>
              <a:rPr lang="en-US" dirty="0" err="1"/>
              <a:t>Streamable</a:t>
            </a:r>
            <a:r>
              <a:rPr lang="en-US" dirty="0"/>
              <a:t> HTTP transport will typically serve many MCP clients. The key participants in the MCP architecture are: </a:t>
            </a:r>
            <a:r>
              <a:rPr lang="en-US" b="1" dirty="0"/>
              <a:t>MCP Host</a:t>
            </a:r>
            <a:r>
              <a:rPr lang="en-US" dirty="0"/>
              <a:t>: The AI application that coordinates and manages one or multiple MCP clients</a:t>
            </a:r>
          </a:p>
          <a:p>
            <a:pPr lvl="0"/>
            <a:r>
              <a:rPr lang="en-US" b="1" dirty="0"/>
              <a:t>MCP Client</a:t>
            </a:r>
            <a:r>
              <a:rPr lang="en-US" dirty="0"/>
              <a:t>: A component that maintains a connection to an MCP server and obtains context from an MCP server for the MCP host to use</a:t>
            </a:r>
          </a:p>
          <a:p>
            <a:pPr lvl="0"/>
            <a:r>
              <a:rPr lang="en-US" b="1"/>
              <a:t>MCP Server</a:t>
            </a:r>
            <a:r>
              <a:rPr lang="en-US"/>
              <a:t>: A program that provides context to MCP clients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688FC13-2E20-CA4A-93C7-0C6991A8116B}" type="slidenum">
              <a:rPr lang="en-US" smtClean="0"/>
              <a:t>9</a:t>
            </a:fld>
            <a:endParaRPr lang="en-US"/>
          </a:p>
        </p:txBody>
      </p:sp>
    </p:spTree>
    <p:extLst>
      <p:ext uri="{BB962C8B-B14F-4D97-AF65-F5344CB8AC3E}">
        <p14:creationId xmlns:p14="http://schemas.microsoft.com/office/powerpoint/2010/main" val="3932639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Power Apps MCP Server enables agents to automate repetitive app tasks, with human review and approval through the new task-centric enhanced agent feed. The Power Apps MCP Server also provides built‑in supervision tools that allow humans to review, assist, and take control of agent actions when needed.</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88FC13-2E20-CA4A-93C7-0C6991A8116B}" type="slidenum">
              <a:rPr lang="en-US" smtClean="0"/>
              <a:t>13</a:t>
            </a:fld>
            <a:endParaRPr lang="en-US"/>
          </a:p>
        </p:txBody>
      </p:sp>
    </p:spTree>
    <p:extLst>
      <p:ext uri="{BB962C8B-B14F-4D97-AF65-F5344CB8AC3E}">
        <p14:creationId xmlns:p14="http://schemas.microsoft.com/office/powerpoint/2010/main" val="3475830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0272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63219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08426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78677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61376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2962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57719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43505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48572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28436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76103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Cover">
    <p:bg>
      <p:bgPr>
        <a:solidFill>
          <a:schemeClr val="bg2">
            <a:lumMod val="1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55059A-33DE-360A-E35C-F56834B2ABCE}"/>
              </a:ext>
            </a:extLst>
          </p:cNvPr>
          <p:cNvPicPr>
            <a:picLocks noChangeAspect="1"/>
          </p:cNvPicPr>
          <p:nvPr userDrawn="1"/>
        </p:nvPicPr>
        <p:blipFill>
          <a:blip r:embed="rId2"/>
          <a:srcRect l="1148" r="1146"/>
          <a:stretch>
            <a:fillRect/>
          </a:stretch>
        </p:blipFill>
        <p:spPr>
          <a:xfrm>
            <a:off x="-1" y="-1"/>
            <a:ext cx="12192001" cy="6858000"/>
          </a:xfrm>
          <a:prstGeom prst="rect">
            <a:avLst/>
          </a:prstGeom>
        </p:spPr>
      </p:pic>
    </p:spTree>
    <p:extLst>
      <p:ext uri="{BB962C8B-B14F-4D97-AF65-F5344CB8AC3E}">
        <p14:creationId xmlns:p14="http://schemas.microsoft.com/office/powerpoint/2010/main" val="1786028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_dark">
    <p:bg>
      <p:bgPr>
        <a:solidFill>
          <a:srgbClr val="17171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480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Disposition personnalisée">
    <p:bg>
      <p:bgPr>
        <a:solidFill>
          <a:schemeClr val="tx1"/>
        </a:solidFill>
        <a:effectLst/>
      </p:bgPr>
    </p:bg>
    <p:spTree>
      <p:nvGrpSpPr>
        <p:cNvPr id="1" name=""/>
        <p:cNvGrpSpPr/>
        <p:nvPr/>
      </p:nvGrpSpPr>
      <p:grpSpPr>
        <a:xfrm>
          <a:off x="0" y="0"/>
          <a:ext cx="0" cy="0"/>
          <a:chOff x="0" y="0"/>
          <a:chExt cx="0" cy="0"/>
        </a:xfrm>
      </p:grpSpPr>
      <p:pic>
        <p:nvPicPr>
          <p:cNvPr id="23" name="Image 22" descr="Une image contenant capture d’écran, Graphique, noir, conception&#10;&#10;Description générée automatiquement">
            <a:extLst>
              <a:ext uri="{FF2B5EF4-FFF2-40B4-BE49-F238E27FC236}">
                <a16:creationId xmlns:a16="http://schemas.microsoft.com/office/drawing/2014/main" id="{D3B1E54B-713E-5AE0-33FC-EDAA956EF14A}"/>
              </a:ext>
            </a:extLst>
          </p:cNvPr>
          <p:cNvPicPr>
            <a:picLocks noChangeAspect="1"/>
          </p:cNvPicPr>
          <p:nvPr userDrawn="1"/>
        </p:nvPicPr>
        <p:blipFill>
          <a:blip r:embed="rId2">
            <a:alphaModFix amt="46000"/>
          </a:blip>
          <a:stretch>
            <a:fillRect/>
          </a:stretch>
        </p:blipFill>
        <p:spPr>
          <a:xfrm>
            <a:off x="5994400" y="14639"/>
            <a:ext cx="6197600" cy="6858000"/>
          </a:xfrm>
          <a:prstGeom prst="rect">
            <a:avLst/>
          </a:prstGeom>
        </p:spPr>
      </p:pic>
      <p:sp>
        <p:nvSpPr>
          <p:cNvPr id="17" name="Espace réservé du texte 16">
            <a:extLst>
              <a:ext uri="{FF2B5EF4-FFF2-40B4-BE49-F238E27FC236}">
                <a16:creationId xmlns:a16="http://schemas.microsoft.com/office/drawing/2014/main" id="{4D3C047C-33A0-0C2B-08B4-6C062890F01F}"/>
              </a:ext>
            </a:extLst>
          </p:cNvPr>
          <p:cNvSpPr>
            <a:spLocks noGrp="1"/>
          </p:cNvSpPr>
          <p:nvPr>
            <p:ph type="body" sz="quarter" idx="10" hasCustomPrompt="1"/>
          </p:nvPr>
        </p:nvSpPr>
        <p:spPr>
          <a:xfrm>
            <a:off x="3119828" y="2348850"/>
            <a:ext cx="8489560" cy="2160300"/>
          </a:xfrm>
        </p:spPr>
        <p:txBody>
          <a:bodyPr anchor="ctr" anchorCtr="0">
            <a:noAutofit/>
          </a:bodyPr>
          <a:lstStyle>
            <a:lvl1pPr marL="0" marR="0" indent="0" algn="l" defTabSz="932789" rtl="0" eaLnBrk="1" fontAlgn="auto" latinLnBrk="0" hangingPunct="1">
              <a:lnSpc>
                <a:spcPct val="100000"/>
              </a:lnSpc>
              <a:spcBef>
                <a:spcPct val="20000"/>
              </a:spcBef>
              <a:spcAft>
                <a:spcPts val="0"/>
              </a:spcAft>
              <a:buClrTx/>
              <a:buSzPct val="90000"/>
              <a:buFontTx/>
              <a:buNone/>
              <a:tabLst/>
              <a:defRPr sz="3600" b="1">
                <a:solidFill>
                  <a:schemeClr val="bg1"/>
                </a:solidFill>
              </a:defRPr>
            </a:lvl1pPr>
            <a:lvl2pPr marL="228611" indent="0">
              <a:buFontTx/>
              <a:buNone/>
              <a:defRPr/>
            </a:lvl2pPr>
            <a:lvl3pPr marL="457223" indent="0">
              <a:buFontTx/>
              <a:buNone/>
              <a:defRPr/>
            </a:lvl3pPr>
            <a:lvl4pPr marL="662021" indent="0">
              <a:buFontTx/>
              <a:buNone/>
              <a:defRPr/>
            </a:lvl4pPr>
            <a:lvl5pPr marL="855706" indent="0">
              <a:buFontTx/>
              <a:buNone/>
              <a:defRPr/>
            </a:lvl5pPr>
          </a:lstStyle>
          <a:p>
            <a:pPr marL="0" marR="0" lvl="0" indent="0" algn="l" defTabSz="932789" rtl="0" eaLnBrk="1" fontAlgn="auto" latinLnBrk="0" hangingPunct="1">
              <a:lnSpc>
                <a:spcPct val="100000"/>
              </a:lnSpc>
              <a:spcBef>
                <a:spcPct val="20000"/>
              </a:spcBef>
              <a:spcAft>
                <a:spcPts val="0"/>
              </a:spcAft>
              <a:buClrTx/>
              <a:buSzPct val="90000"/>
              <a:buFontTx/>
              <a:buNone/>
              <a:tabLst/>
              <a:defRPr/>
            </a:pPr>
            <a:r>
              <a:rPr lang="fr-FR"/>
              <a:t>SECTION TITLE</a:t>
            </a:r>
          </a:p>
        </p:txBody>
      </p:sp>
      <p:pic>
        <p:nvPicPr>
          <p:cNvPr id="21" name="Image 20">
            <a:extLst>
              <a:ext uri="{FF2B5EF4-FFF2-40B4-BE49-F238E27FC236}">
                <a16:creationId xmlns:a16="http://schemas.microsoft.com/office/drawing/2014/main" id="{09F63692-ADBB-A928-7CD0-49DE766242B8}"/>
              </a:ext>
            </a:extLst>
          </p:cNvPr>
          <p:cNvPicPr>
            <a:picLocks noChangeAspect="1"/>
          </p:cNvPicPr>
          <p:nvPr userDrawn="1"/>
        </p:nvPicPr>
        <p:blipFill>
          <a:blip r:embed="rId3"/>
          <a:stretch>
            <a:fillRect/>
          </a:stretch>
        </p:blipFill>
        <p:spPr>
          <a:xfrm>
            <a:off x="584201" y="3059188"/>
            <a:ext cx="1725673" cy="553998"/>
          </a:xfrm>
          <a:prstGeom prst="rect">
            <a:avLst/>
          </a:prstGeom>
        </p:spPr>
      </p:pic>
      <p:cxnSp>
        <p:nvCxnSpPr>
          <p:cNvPr id="22" name="Connecteur droit 21">
            <a:extLst>
              <a:ext uri="{FF2B5EF4-FFF2-40B4-BE49-F238E27FC236}">
                <a16:creationId xmlns:a16="http://schemas.microsoft.com/office/drawing/2014/main" id="{BA0E431C-D971-14DB-2305-3C93BE7876D5}"/>
              </a:ext>
            </a:extLst>
          </p:cNvPr>
          <p:cNvCxnSpPr>
            <a:cxnSpLocks/>
          </p:cNvCxnSpPr>
          <p:nvPr userDrawn="1"/>
        </p:nvCxnSpPr>
        <p:spPr>
          <a:xfrm>
            <a:off x="2754463" y="2112580"/>
            <a:ext cx="0" cy="2662121"/>
          </a:xfrm>
          <a:prstGeom prst="line">
            <a:avLst/>
          </a:prstGeom>
          <a:ln w="15875">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537979"/>
      </p:ext>
    </p:extLst>
  </p:cSld>
  <p:clrMapOvr>
    <a:masterClrMapping/>
  </p:clrMapOvr>
  <p:transition>
    <p:fade/>
  </p:transition>
  <p:extLst>
    <p:ext uri="{DCECCB84-F9BA-43D5-87BE-67443E8EF086}">
      <p15:sldGuideLst xmlns:p15="http://schemas.microsoft.com/office/powerpoint/2012/main">
        <p15:guide id="1" pos="3840">
          <p15:clr>
            <a:srgbClr val="FBAE40"/>
          </p15:clr>
        </p15:guide>
        <p15:guide id="2" pos="19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C79D98-4754-A15A-7C99-84371BECB043}"/>
              </a:ext>
            </a:extLst>
          </p:cNvPr>
          <p:cNvPicPr>
            <a:picLocks noChangeAspect="1"/>
          </p:cNvPicPr>
          <p:nvPr userDrawn="1"/>
        </p:nvPicPr>
        <p:blipFill rotWithShape="1">
          <a:blip r:embed="rId2">
            <a:alphaModFix amt="50000"/>
            <a:extLst>
              <a:ext uri="{BEBA8EAE-BF5A-486C-A8C5-ECC9F3942E4B}">
                <a14:imgProps xmlns:a14="http://schemas.microsoft.com/office/drawing/2010/main">
                  <a14:imgLayer r:embed="rId3">
                    <a14:imgEffect>
                      <a14:sharpenSoften amount="-100000"/>
                    </a14:imgEffect>
                  </a14:imgLayer>
                </a14:imgProps>
              </a:ext>
            </a:extLst>
          </a:blip>
          <a:srcRect l="7614" t="53176" r="35751"/>
          <a:stretch/>
        </p:blipFill>
        <p:spPr>
          <a:xfrm>
            <a:off x="1850" y="0"/>
            <a:ext cx="12192000" cy="6847363"/>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24378"/>
            <a:ext cx="9144000" cy="609398"/>
          </a:xfrm>
          <a:noFill/>
        </p:spPr>
        <p:txBody>
          <a:bodyPr lIns="0" tIns="0" rIns="0" bIns="0" anchor="b" anchorCtr="0">
            <a:spAutoFit/>
          </a:bodyPr>
          <a:lstStyle>
            <a:lvl1pPr>
              <a:defRPr lang="en-US" sz="4400" b="1" i="0" kern="1200" spc="-50" baseline="0" dirty="0">
                <a:ln w="3175">
                  <a:noFill/>
                </a:ln>
                <a:gradFill flip="none" rotWithShape="1">
                  <a:gsLst>
                    <a:gs pos="50000">
                      <a:srgbClr val="8661C5"/>
                    </a:gs>
                    <a:gs pos="0">
                      <a:srgbClr val="3E76D4"/>
                    </a:gs>
                    <a:gs pos="100000">
                      <a:srgbClr val="C73ECC"/>
                    </a:gs>
                  </a:gsLst>
                  <a:lin ang="2700000" scaled="1"/>
                  <a:tileRect/>
                </a:gradFill>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4699"/>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Segoe Sans Display" pitchFamily="2" charset="0"/>
                <a:cs typeface="Segoe Sans Display" pitchFamily="2" charset="0"/>
              </a:defRPr>
            </a:lvl1pPr>
          </a:lstStyle>
          <a:p>
            <a:pPr lvl="0"/>
            <a:r>
              <a:rPr lang="en-US"/>
              <a:t>Speaker name or subtitle text</a:t>
            </a:r>
          </a:p>
        </p:txBody>
      </p:sp>
      <p:sp>
        <p:nvSpPr>
          <p:cNvPr id="3" name="Rectangle 2">
            <a:extLst>
              <a:ext uri="{FF2B5EF4-FFF2-40B4-BE49-F238E27FC236}">
                <a16:creationId xmlns:a16="http://schemas.microsoft.com/office/drawing/2014/main" id="{FB7D8090-7FA0-5DD9-EF7D-661A1656A25D}"/>
              </a:ext>
              <a:ext uri="{C183D7F6-B498-43B3-948B-1728B52AA6E4}">
                <adec:decorative xmlns:adec="http://schemas.microsoft.com/office/drawing/2017/decorative" val="1"/>
              </a:ext>
            </a:extLst>
          </p:cNvPr>
          <p:cNvSpPr/>
          <p:nvPr userDrawn="1"/>
        </p:nvSpPr>
        <p:spPr>
          <a:xfrm>
            <a:off x="0" y="6720840"/>
            <a:ext cx="12192000" cy="13716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311905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452C63-83A7-678A-2A8F-EFAC83A60F6C}"/>
              </a:ext>
            </a:extLst>
          </p:cNvPr>
          <p:cNvPicPr>
            <a:picLocks noChangeAspect="1"/>
          </p:cNvPicPr>
          <p:nvPr userDrawn="1"/>
        </p:nvPicPr>
        <p:blipFill rotWithShape="1">
          <a:blip r:embed="rId2">
            <a:alphaModFix amt="50000"/>
            <a:extLst>
              <a:ext uri="{BEBA8EAE-BF5A-486C-A8C5-ECC9F3942E4B}">
                <a14:imgProps xmlns:a14="http://schemas.microsoft.com/office/drawing/2010/main">
                  <a14:imgLayer r:embed="rId3">
                    <a14:imgEffect>
                      <a14:sharpenSoften amount="-100000"/>
                    </a14:imgEffect>
                  </a14:imgLayer>
                </a14:imgProps>
              </a:ext>
            </a:extLst>
          </a:blip>
          <a:srcRect l="7614" t="28846" r="35751"/>
          <a:stretch/>
        </p:blipFill>
        <p:spPr>
          <a:xfrm>
            <a:off x="0" y="1"/>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lang="en-US" sz="3200" b="1" i="0" kern="1200" spc="-50" baseline="0" dirty="0">
                <a:ln w="3175">
                  <a:noFill/>
                </a:ln>
                <a:gradFill flip="none" rotWithShape="1">
                  <a:gsLst>
                    <a:gs pos="50000">
                      <a:srgbClr val="8661C5"/>
                    </a:gs>
                    <a:gs pos="0">
                      <a:srgbClr val="3E76D4"/>
                    </a:gs>
                    <a:gs pos="100000">
                      <a:srgbClr val="C73ECC"/>
                    </a:gs>
                  </a:gsLst>
                  <a:lin ang="2700000" scaled="1"/>
                  <a:tileRect/>
                </a:gradFill>
                <a:latin typeface="Segoe Sans Display Semibold" pitchFamily="2" charset="0"/>
                <a:ea typeface="+mn-ea"/>
                <a:cs typeface="Segoe Sans Display Semibold" pitchFamily="2" charset="0"/>
              </a:defRPr>
            </a:lvl1pPr>
          </a:lstStyle>
          <a:p>
            <a:r>
              <a:rPr lang="en-US"/>
              <a:t>Click to edit Master title style</a:t>
            </a:r>
          </a:p>
        </p:txBody>
      </p:sp>
      <p:sp>
        <p:nvSpPr>
          <p:cNvPr id="3" name="Rectangle 2">
            <a:extLst>
              <a:ext uri="{FF2B5EF4-FFF2-40B4-BE49-F238E27FC236}">
                <a16:creationId xmlns:a16="http://schemas.microsoft.com/office/drawing/2014/main" id="{B2076DBE-7DB9-06C7-9AA4-D326B635E5BF}"/>
              </a:ext>
              <a:ext uri="{C183D7F6-B498-43B3-948B-1728B52AA6E4}">
                <adec:decorative xmlns:adec="http://schemas.microsoft.com/office/drawing/2017/decorative" val="1"/>
              </a:ext>
            </a:extLst>
          </p:cNvPr>
          <p:cNvSpPr/>
          <p:nvPr userDrawn="1"/>
        </p:nvSpPr>
        <p:spPr>
          <a:xfrm>
            <a:off x="0" y="6720840"/>
            <a:ext cx="12192000" cy="13716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949374211"/>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2">
            <a:alphaModFix amt="25000"/>
          </a:blip>
          <a:srcRect l="10595" t="987" r="10595"/>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B85E206-3828-D7E3-1087-5921DB68E6FD}"/>
              </a:ext>
              <a:ext uri="{C183D7F6-B498-43B3-948B-1728B52AA6E4}">
                <adec:decorative xmlns:adec="http://schemas.microsoft.com/office/drawing/2017/decorative" val="1"/>
              </a:ext>
            </a:extLst>
          </p:cNvPr>
          <p:cNvSpPr/>
          <p:nvPr userDrawn="1"/>
        </p:nvSpPr>
        <p:spPr>
          <a:xfrm>
            <a:off x="0" y="6720840"/>
            <a:ext cx="12192000" cy="13716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518576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6555B-DD3D-FFC0-72C9-A00EEE019B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42714B-6DA8-4033-011A-D3ECA146DF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C93B4C-D83F-AA21-1093-C981D6F17E31}"/>
              </a:ext>
            </a:extLst>
          </p:cNvPr>
          <p:cNvSpPr>
            <a:spLocks noGrp="1"/>
          </p:cNvSpPr>
          <p:nvPr>
            <p:ph type="dt" sz="half" idx="10"/>
          </p:nvPr>
        </p:nvSpPr>
        <p:spPr/>
        <p:txBody>
          <a:bodyPr/>
          <a:lstStyle/>
          <a:p>
            <a:fld id="{92C05D0D-8FC5-4F26-A0E3-168DD511884B}" type="datetimeFigureOut">
              <a:rPr lang="en-US" smtClean="0"/>
              <a:t>10/14/2026</a:t>
            </a:fld>
            <a:endParaRPr lang="en-US"/>
          </a:p>
        </p:txBody>
      </p:sp>
      <p:sp>
        <p:nvSpPr>
          <p:cNvPr id="5" name="Footer Placeholder 4">
            <a:extLst>
              <a:ext uri="{FF2B5EF4-FFF2-40B4-BE49-F238E27FC236}">
                <a16:creationId xmlns:a16="http://schemas.microsoft.com/office/drawing/2014/main" id="{9B1A723D-7851-C50C-782B-F8159400F4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17E24F-CF4D-A829-6CD1-4BE9B93FEA1C}"/>
              </a:ext>
            </a:extLst>
          </p:cNvPr>
          <p:cNvSpPr>
            <a:spLocks noGrp="1"/>
          </p:cNvSpPr>
          <p:nvPr>
            <p:ph type="sldNum" sz="quarter" idx="12"/>
          </p:nvPr>
        </p:nvSpPr>
        <p:spPr/>
        <p:txBody>
          <a:bodyPr/>
          <a:lstStyle/>
          <a:p>
            <a:fld id="{72CCF8CB-6AAE-4C40-98BF-847C417C8CD2}" type="slidenum">
              <a:rPr lang="en-US" smtClean="0"/>
              <a:t>‹#›</a:t>
            </a:fld>
            <a:endParaRPr lang="en-US"/>
          </a:p>
        </p:txBody>
      </p:sp>
    </p:spTree>
    <p:extLst>
      <p:ext uri="{BB962C8B-B14F-4D97-AF65-F5344CB8AC3E}">
        <p14:creationId xmlns:p14="http://schemas.microsoft.com/office/powerpoint/2010/main" val="505077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427BA-E9BA-7256-9B3F-95A47E6A7890}"/>
              </a:ext>
            </a:extLst>
          </p:cNvPr>
          <p:cNvSpPr>
            <a:spLocks noGrp="1"/>
          </p:cNvSpPr>
          <p:nvPr>
            <p:ph type="title" hasCustomPrompt="1"/>
          </p:nvPr>
        </p:nvSpPr>
        <p:spPr bwMode="black">
          <a:xfrm>
            <a:off x="585216" y="1459914"/>
            <a:ext cx="3898901" cy="2954655"/>
          </a:xfrm>
          <a:noFill/>
        </p:spPr>
        <p:txBody>
          <a:bodyPr vert="horz" wrap="square" lIns="0" tIns="0" rIns="0" bIns="0" rtlCol="0" anchor="b" anchorCtr="0">
            <a:normAutofit/>
          </a:bodyPr>
          <a:lstStyle>
            <a:lvl1pPr>
              <a:defRPr lang="en-US" sz="4800" dirty="0">
                <a:solidFill>
                  <a:schemeClr val="accent3"/>
                </a:solidFill>
              </a:defRPr>
            </a:lvl1pPr>
          </a:lstStyle>
          <a:p>
            <a:pPr lvl="0"/>
            <a:r>
              <a:rPr lang="en-US"/>
              <a:t>Event name or presentation title </a:t>
            </a:r>
          </a:p>
        </p:txBody>
      </p:sp>
      <p:sp>
        <p:nvSpPr>
          <p:cNvPr id="3" name="Text Placeholder 4">
            <a:extLst>
              <a:ext uri="{FF2B5EF4-FFF2-40B4-BE49-F238E27FC236}">
                <a16:creationId xmlns:a16="http://schemas.microsoft.com/office/drawing/2014/main" id="{897FAD9B-A5D2-21B8-8608-91E00CEB9870}"/>
              </a:ext>
            </a:extLst>
          </p:cNvPr>
          <p:cNvSpPr>
            <a:spLocks noGrp="1"/>
          </p:cNvSpPr>
          <p:nvPr>
            <p:ph type="body" sz="quarter" idx="12" hasCustomPrompt="1"/>
          </p:nvPr>
        </p:nvSpPr>
        <p:spPr bwMode="black">
          <a:xfrm>
            <a:off x="584200" y="4846320"/>
            <a:ext cx="3895344" cy="246221"/>
          </a:xfrm>
          <a:noFill/>
        </p:spPr>
        <p:txBody>
          <a:bodyPr wrap="square" lIns="0" tIns="0" rIns="0" bIns="0">
            <a:sp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Speaker name or subtitle text</a:t>
            </a:r>
          </a:p>
        </p:txBody>
      </p:sp>
      <p:pic>
        <p:nvPicPr>
          <p:cNvPr id="4" name="Picture 3" descr="A logo of a company&#10;&#10;Description automatically generated">
            <a:extLst>
              <a:ext uri="{FF2B5EF4-FFF2-40B4-BE49-F238E27FC236}">
                <a16:creationId xmlns:a16="http://schemas.microsoft.com/office/drawing/2014/main" id="{88ED4D0F-6F82-3B01-3ED2-6BDBFA45E2B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Tree>
    <p:extLst>
      <p:ext uri="{BB962C8B-B14F-4D97-AF65-F5344CB8AC3E}">
        <p14:creationId xmlns:p14="http://schemas.microsoft.com/office/powerpoint/2010/main" val="1439402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Slide 2">
    <p:bg>
      <p:bgPr>
        <a:solidFill>
          <a:srgbClr val="D8D3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427BA-E9BA-7256-9B3F-95A47E6A7890}"/>
              </a:ext>
            </a:extLst>
          </p:cNvPr>
          <p:cNvSpPr>
            <a:spLocks noGrp="1"/>
          </p:cNvSpPr>
          <p:nvPr>
            <p:ph type="title" hasCustomPrompt="1"/>
          </p:nvPr>
        </p:nvSpPr>
        <p:spPr bwMode="black">
          <a:xfrm>
            <a:off x="585216" y="2764203"/>
            <a:ext cx="5111391" cy="1329595"/>
          </a:xfrm>
          <a:noFill/>
        </p:spPr>
        <p:txBody>
          <a:bodyPr vert="horz" wrap="square" lIns="0" tIns="0" rIns="0" bIns="0" rtlCol="0" anchor="b" anchorCtr="0">
            <a:spAutoFit/>
          </a:bodyPr>
          <a:lstStyle>
            <a:lvl1pPr>
              <a:defRPr lang="en-US" sz="4800" b="1" i="0" dirty="0">
                <a:solidFill>
                  <a:schemeClr val="accent3"/>
                </a:solidFill>
                <a:latin typeface="Segoe Sans Display Semibold" pitchFamily="2" charset="0"/>
                <a:cs typeface="Segoe Sans Display Semibold" pitchFamily="2" charset="0"/>
              </a:defRPr>
            </a:lvl1pPr>
          </a:lstStyle>
          <a:p>
            <a:pPr lvl="0"/>
            <a:r>
              <a:rPr lang="en-US"/>
              <a:t>Event name or presentation title </a:t>
            </a:r>
          </a:p>
        </p:txBody>
      </p:sp>
    </p:spTree>
    <p:extLst>
      <p:ext uri="{BB962C8B-B14F-4D97-AF65-F5344CB8AC3E}">
        <p14:creationId xmlns:p14="http://schemas.microsoft.com/office/powerpoint/2010/main" val="2005002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2">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F2630F-9D54-C9E6-5F76-BA1370320369}"/>
              </a:ext>
              <a:ext uri="{C183D7F6-B498-43B3-948B-1728B52AA6E4}">
                <adec:decorative xmlns:adec="http://schemas.microsoft.com/office/drawing/2017/decorative" val="1"/>
              </a:ext>
            </a:extLst>
          </p:cNvPr>
          <p:cNvSpPr/>
          <p:nvPr userDrawn="1"/>
        </p:nvSpPr>
        <p:spPr>
          <a:xfrm>
            <a:off x="0" y="0"/>
            <a:ext cx="12192000" cy="6857999"/>
          </a:xfrm>
          <a:prstGeom prst="rect">
            <a:avLst/>
          </a:prstGeom>
          <a:gradFill flip="none" rotWithShape="1">
            <a:gsLst>
              <a:gs pos="27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FF2427BA-E9BA-7256-9B3F-95A47E6A7890}"/>
              </a:ext>
            </a:extLst>
          </p:cNvPr>
          <p:cNvSpPr>
            <a:spLocks noGrp="1"/>
          </p:cNvSpPr>
          <p:nvPr>
            <p:ph type="title" hasCustomPrompt="1"/>
          </p:nvPr>
        </p:nvSpPr>
        <p:spPr bwMode="black">
          <a:xfrm>
            <a:off x="585216" y="2764203"/>
            <a:ext cx="4848632" cy="1329595"/>
          </a:xfrm>
          <a:noFill/>
        </p:spPr>
        <p:txBody>
          <a:bodyPr vert="horz" wrap="square" lIns="0" tIns="0" rIns="0" bIns="0" rtlCol="0" anchor="b" anchorCtr="0">
            <a:spAutoFit/>
          </a:bodyPr>
          <a:lstStyle>
            <a:lvl1pPr>
              <a:defRPr lang="en-US" sz="4800" dirty="0">
                <a:solidFill>
                  <a:schemeClr val="bg1"/>
                </a:solidFill>
              </a:defRPr>
            </a:lvl1pPr>
          </a:lstStyle>
          <a:p>
            <a:pPr lvl="0"/>
            <a:r>
              <a:rPr lang="en-US"/>
              <a:t>Event name or presentation title </a:t>
            </a:r>
          </a:p>
        </p:txBody>
      </p:sp>
    </p:spTree>
    <p:extLst>
      <p:ext uri="{BB962C8B-B14F-4D97-AF65-F5344CB8AC3E}">
        <p14:creationId xmlns:p14="http://schemas.microsoft.com/office/powerpoint/2010/main" val="23044820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Title Slide 2">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F2630F-9D54-C9E6-5F76-BA1370320369}"/>
              </a:ext>
              <a:ext uri="{C183D7F6-B498-43B3-948B-1728B52AA6E4}">
                <adec:decorative xmlns:adec="http://schemas.microsoft.com/office/drawing/2017/decorative" val="1"/>
              </a:ext>
            </a:extLst>
          </p:cNvPr>
          <p:cNvSpPr/>
          <p:nvPr userDrawn="1"/>
        </p:nvSpPr>
        <p:spPr>
          <a:xfrm>
            <a:off x="0" y="0"/>
            <a:ext cx="12192000" cy="6857999"/>
          </a:xfrm>
          <a:prstGeom prst="rect">
            <a:avLst/>
          </a:prstGeom>
          <a:gradFill flip="none" rotWithShape="1">
            <a:gsLst>
              <a:gs pos="0">
                <a:schemeClr val="accent4"/>
              </a:gs>
              <a:gs pos="100000">
                <a:schemeClr val="accent6"/>
              </a:gs>
              <a:gs pos="52000">
                <a:srgbClr val="8661C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FF2427BA-E9BA-7256-9B3F-95A47E6A7890}"/>
              </a:ext>
            </a:extLst>
          </p:cNvPr>
          <p:cNvSpPr>
            <a:spLocks noGrp="1"/>
          </p:cNvSpPr>
          <p:nvPr>
            <p:ph type="title" hasCustomPrompt="1"/>
          </p:nvPr>
        </p:nvSpPr>
        <p:spPr bwMode="black">
          <a:xfrm>
            <a:off x="585216" y="2764203"/>
            <a:ext cx="4848632" cy="1329595"/>
          </a:xfrm>
          <a:noFill/>
        </p:spPr>
        <p:txBody>
          <a:bodyPr vert="horz" wrap="square" lIns="0" tIns="0" rIns="0" bIns="0" rtlCol="0" anchor="b" anchorCtr="0">
            <a:spAutoFit/>
          </a:bodyPr>
          <a:lstStyle>
            <a:lvl1pPr>
              <a:defRPr lang="en-US" sz="4800" dirty="0">
                <a:solidFill>
                  <a:schemeClr val="bg1"/>
                </a:solidFill>
              </a:defRPr>
            </a:lvl1pPr>
          </a:lstStyle>
          <a:p>
            <a:pPr lvl="0"/>
            <a:r>
              <a:rPr lang="en-US"/>
              <a:t>Event name or presentation title </a:t>
            </a:r>
          </a:p>
        </p:txBody>
      </p:sp>
    </p:spTree>
    <p:extLst>
      <p:ext uri="{BB962C8B-B14F-4D97-AF65-F5344CB8AC3E}">
        <p14:creationId xmlns:p14="http://schemas.microsoft.com/office/powerpoint/2010/main" val="2434761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D8D3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9F7F-AFD3-39D6-1DD5-2CC5B43627BA}"/>
              </a:ext>
            </a:extLst>
          </p:cNvPr>
          <p:cNvSpPr>
            <a:spLocks noGrp="1"/>
          </p:cNvSpPr>
          <p:nvPr>
            <p:ph type="title" hasCustomPrompt="1"/>
          </p:nvPr>
        </p:nvSpPr>
        <p:spPr>
          <a:xfrm>
            <a:off x="549274" y="3200400"/>
            <a:ext cx="11089218" cy="457200"/>
          </a:xfrm>
        </p:spPr>
        <p:txBody>
          <a:bodyPr/>
          <a:lstStyle/>
          <a:p>
            <a:r>
              <a:rPr lang="en-US"/>
              <a:t>Divider slide</a:t>
            </a:r>
          </a:p>
        </p:txBody>
      </p:sp>
    </p:spTree>
    <p:extLst>
      <p:ext uri="{BB962C8B-B14F-4D97-AF65-F5344CB8AC3E}">
        <p14:creationId xmlns:p14="http://schemas.microsoft.com/office/powerpoint/2010/main" val="2448081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8960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b="1" i="0" spc="0">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01735321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05526645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slide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CED43A-F576-013F-29B9-CEE07A256F07}"/>
              </a:ext>
            </a:extLst>
          </p:cNvPr>
          <p:cNvSpPr/>
          <p:nvPr userDrawn="1"/>
        </p:nvSpPr>
        <p:spPr bwMode="auto">
          <a:xfrm>
            <a:off x="9257414" y="70884"/>
            <a:ext cx="2665228" cy="581246"/>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9893144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Rectangle 3">
            <a:extLst>
              <a:ext uri="{FF2B5EF4-FFF2-40B4-BE49-F238E27FC236}">
                <a16:creationId xmlns:a16="http://schemas.microsoft.com/office/drawing/2014/main" id="{28244D96-8B9D-A261-ED2F-20EAD84283A0}"/>
              </a:ext>
            </a:extLst>
          </p:cNvPr>
          <p:cNvSpPr/>
          <p:nvPr userDrawn="1"/>
        </p:nvSpPr>
        <p:spPr bwMode="auto">
          <a:xfrm>
            <a:off x="1524" y="6812280"/>
            <a:ext cx="12188952" cy="45720"/>
          </a:xfrm>
          <a:prstGeom prst="rect">
            <a:avLst/>
          </a:prstGeom>
          <a:gradFill>
            <a:gsLst>
              <a:gs pos="75000">
                <a:schemeClr val="accent1"/>
              </a:gs>
              <a:gs pos="25000">
                <a:schemeClr val="tx2"/>
              </a:gs>
            </a:gsLst>
            <a:lin ang="30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019766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02061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11" name="Picture 10" descr="A blue sky with white clouds&#10;&#10;Description automatically generated">
            <a:extLst>
              <a:ext uri="{FF2B5EF4-FFF2-40B4-BE49-F238E27FC236}">
                <a16:creationId xmlns:a16="http://schemas.microsoft.com/office/drawing/2014/main" id="{79BAFC8C-EB9A-06B0-36D4-AEB224BFA26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1529"/>
            <a:ext cx="12192000" cy="6869529"/>
          </a:xfrm>
          <a:prstGeom prst="rect">
            <a:avLst/>
          </a:prstGeom>
        </p:spPr>
      </p:pic>
      <p:sp>
        <p:nvSpPr>
          <p:cNvPr id="8" name="Rectangle 7">
            <a:extLst>
              <a:ext uri="{FF2B5EF4-FFF2-40B4-BE49-F238E27FC236}">
                <a16:creationId xmlns:a16="http://schemas.microsoft.com/office/drawing/2014/main" id="{108F13F4-2AA0-2751-9C54-183410D351E2}"/>
              </a:ext>
            </a:extLst>
          </p:cNvPr>
          <p:cNvSpPr/>
          <p:nvPr userDrawn="1"/>
        </p:nvSpPr>
        <p:spPr>
          <a:xfrm>
            <a:off x="0" y="0"/>
            <a:ext cx="6616700" cy="6858000"/>
          </a:xfrm>
          <a:prstGeom prst="rect">
            <a:avLst/>
          </a:prstGeom>
          <a:gradFill flip="none" rotWithShape="1">
            <a:gsLst>
              <a:gs pos="26000">
                <a:schemeClr val="bg1">
                  <a:alpha val="58000"/>
                </a:schemeClr>
              </a:gs>
              <a:gs pos="70000">
                <a:schemeClr val="bg1">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404235" y="4236857"/>
            <a:ext cx="6823075" cy="454517"/>
          </a:xfrm>
        </p:spPr>
        <p:txBody>
          <a:bodyPr/>
          <a:lstStyle>
            <a:lvl1pPr marL="0" indent="0">
              <a:buNone/>
              <a:defRPr/>
            </a:lvl1pPr>
          </a:lstStyle>
          <a:p>
            <a:pPr lvl="0"/>
            <a:r>
              <a:rPr lang="en-US"/>
              <a:t>Click to edit Master text styles</a:t>
            </a:r>
          </a:p>
        </p:txBody>
      </p:sp>
      <p:pic>
        <p:nvPicPr>
          <p:cNvPr id="3" name="Graphic 2">
            <a:extLst>
              <a:ext uri="{FF2B5EF4-FFF2-40B4-BE49-F238E27FC236}">
                <a16:creationId xmlns:a16="http://schemas.microsoft.com/office/drawing/2014/main" id="{40FE4DE3-3527-1991-05B6-5D4EBF61787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275" y="549275"/>
            <a:ext cx="1287780" cy="274320"/>
          </a:xfrm>
          <a:prstGeom prst="rect">
            <a:avLst/>
          </a:prstGeom>
        </p:spPr>
      </p:pic>
    </p:spTree>
    <p:extLst>
      <p:ext uri="{BB962C8B-B14F-4D97-AF65-F5344CB8AC3E}">
        <p14:creationId xmlns:p14="http://schemas.microsoft.com/office/powerpoint/2010/main" val="233334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7471198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Blank_with Head">
    <p:spTree>
      <p:nvGrpSpPr>
        <p:cNvPr id="1" name=""/>
        <p:cNvGrpSpPr/>
        <p:nvPr/>
      </p:nvGrpSpPr>
      <p:grpSpPr>
        <a:xfrm>
          <a:off x="0" y="0"/>
          <a:ext cx="0" cy="0"/>
          <a:chOff x="0" y="0"/>
          <a:chExt cx="0" cy="0"/>
        </a:xfrm>
      </p:grpSpPr>
      <p:pic>
        <p:nvPicPr>
          <p:cNvPr id="3" name="Picture 2" descr="A blue and white background&#10;&#10;Description automatically generated">
            <a:extLst>
              <a:ext uri="{FF2B5EF4-FFF2-40B4-BE49-F238E27FC236}">
                <a16:creationId xmlns:a16="http://schemas.microsoft.com/office/drawing/2014/main" id="{594F2FE5-E83C-FD34-6F42-2F895F0DD4B6}"/>
              </a:ext>
            </a:extLst>
          </p:cNvPr>
          <p:cNvPicPr>
            <a:picLocks noChangeAspect="1"/>
          </p:cNvPicPr>
          <p:nvPr userDrawn="1"/>
        </p:nvPicPr>
        <p:blipFill>
          <a:blip r:embed="rId2"/>
          <a:stretch>
            <a:fillRect/>
          </a:stretch>
        </p:blipFill>
        <p:spPr>
          <a:xfrm rot="10800000" flipH="1">
            <a:off x="0" y="0"/>
            <a:ext cx="12192000" cy="6858000"/>
          </a:xfrm>
          <a:prstGeom prst="rect">
            <a:avLst/>
          </a:prstGeom>
        </p:spPr>
      </p:pic>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553998"/>
          </a:xfrm>
        </p:spPr>
        <p:txBody>
          <a:bodyPr/>
          <a:lstStyle>
            <a:lvl1pPr>
              <a:defRPr sz="36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551760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and Three Contents, with headers">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718300"/>
          </a:xfrm>
          <a:prstGeom prst="rect">
            <a:avLst/>
          </a:prstGeom>
        </p:spPr>
      </p:pic>
      <p:sp>
        <p:nvSpPr>
          <p:cNvPr id="13" name="Rectangle: Rounded Corners 12">
            <a:extLst>
              <a:ext uri="{FF2B5EF4-FFF2-40B4-BE49-F238E27FC236}">
                <a16:creationId xmlns:a16="http://schemas.microsoft.com/office/drawing/2014/main" id="{2F97E769-CE7C-834C-6E78-FACC556A247F}"/>
              </a:ext>
            </a:extLst>
          </p:cNvPr>
          <p:cNvSpPr/>
          <p:nvPr userDrawn="1"/>
        </p:nvSpPr>
        <p:spPr>
          <a:xfrm>
            <a:off x="549275" y="2770909"/>
            <a:ext cx="3606800" cy="3401290"/>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 name="Content Placeholder 9">
            <a:extLst>
              <a:ext uri="{FF2B5EF4-FFF2-40B4-BE49-F238E27FC236}">
                <a16:creationId xmlns:a16="http://schemas.microsoft.com/office/drawing/2014/main" id="{2C728C39-0419-E964-E346-BE537CF07099}"/>
              </a:ext>
            </a:extLst>
          </p:cNvPr>
          <p:cNvSpPr>
            <a:spLocks noGrp="1"/>
          </p:cNvSpPr>
          <p:nvPr>
            <p:ph sz="quarter" idx="16"/>
          </p:nvPr>
        </p:nvSpPr>
        <p:spPr>
          <a:xfrm>
            <a:off x="822960" y="3222573"/>
            <a:ext cx="3054096" cy="73152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822960" y="4293958"/>
            <a:ext cx="3054096" cy="146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Rounded Corners 13">
            <a:extLst>
              <a:ext uri="{FF2B5EF4-FFF2-40B4-BE49-F238E27FC236}">
                <a16:creationId xmlns:a16="http://schemas.microsoft.com/office/drawing/2014/main" id="{7A4E2FA7-78F4-CE92-D223-8C014E6AE8EC}"/>
              </a:ext>
            </a:extLst>
          </p:cNvPr>
          <p:cNvSpPr/>
          <p:nvPr userDrawn="1"/>
        </p:nvSpPr>
        <p:spPr>
          <a:xfrm>
            <a:off x="4292600" y="2770909"/>
            <a:ext cx="3606800" cy="3401290"/>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 name="Content Placeholder 9">
            <a:extLst>
              <a:ext uri="{FF2B5EF4-FFF2-40B4-BE49-F238E27FC236}">
                <a16:creationId xmlns:a16="http://schemas.microsoft.com/office/drawing/2014/main" id="{92883E98-232B-B898-414F-DDE5C5E11218}"/>
              </a:ext>
            </a:extLst>
          </p:cNvPr>
          <p:cNvSpPr>
            <a:spLocks noGrp="1"/>
          </p:cNvSpPr>
          <p:nvPr>
            <p:ph sz="quarter" idx="19"/>
          </p:nvPr>
        </p:nvSpPr>
        <p:spPr>
          <a:xfrm>
            <a:off x="4566285" y="3222573"/>
            <a:ext cx="3054096" cy="73152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9">
            <a:extLst>
              <a:ext uri="{FF2B5EF4-FFF2-40B4-BE49-F238E27FC236}">
                <a16:creationId xmlns:a16="http://schemas.microsoft.com/office/drawing/2014/main" id="{5870A569-9AC6-E02F-AF2A-75194B98A477}"/>
              </a:ext>
            </a:extLst>
          </p:cNvPr>
          <p:cNvSpPr>
            <a:spLocks noGrp="1"/>
          </p:cNvSpPr>
          <p:nvPr>
            <p:ph sz="quarter" idx="20"/>
          </p:nvPr>
        </p:nvSpPr>
        <p:spPr>
          <a:xfrm>
            <a:off x="4566285" y="4293958"/>
            <a:ext cx="3054096" cy="146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Rounded Corners 16">
            <a:extLst>
              <a:ext uri="{FF2B5EF4-FFF2-40B4-BE49-F238E27FC236}">
                <a16:creationId xmlns:a16="http://schemas.microsoft.com/office/drawing/2014/main" id="{A61ABB56-C7EE-A8CD-C650-27C337665104}"/>
              </a:ext>
            </a:extLst>
          </p:cNvPr>
          <p:cNvSpPr/>
          <p:nvPr userDrawn="1"/>
        </p:nvSpPr>
        <p:spPr>
          <a:xfrm>
            <a:off x="8035925" y="2770909"/>
            <a:ext cx="3606800" cy="3401290"/>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8" name="Content Placeholder 9">
            <a:extLst>
              <a:ext uri="{FF2B5EF4-FFF2-40B4-BE49-F238E27FC236}">
                <a16:creationId xmlns:a16="http://schemas.microsoft.com/office/drawing/2014/main" id="{74BD3DEB-0F5A-21AC-2073-684743277D6F}"/>
              </a:ext>
            </a:extLst>
          </p:cNvPr>
          <p:cNvSpPr>
            <a:spLocks noGrp="1"/>
          </p:cNvSpPr>
          <p:nvPr>
            <p:ph sz="quarter" idx="21"/>
          </p:nvPr>
        </p:nvSpPr>
        <p:spPr>
          <a:xfrm>
            <a:off x="8309610" y="3222573"/>
            <a:ext cx="3054096" cy="73152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9">
            <a:extLst>
              <a:ext uri="{FF2B5EF4-FFF2-40B4-BE49-F238E27FC236}">
                <a16:creationId xmlns:a16="http://schemas.microsoft.com/office/drawing/2014/main" id="{E4C0661F-DF3B-0C61-5CBE-9185A9690B3E}"/>
              </a:ext>
            </a:extLst>
          </p:cNvPr>
          <p:cNvSpPr>
            <a:spLocks noGrp="1"/>
          </p:cNvSpPr>
          <p:nvPr>
            <p:ph sz="quarter" idx="22"/>
          </p:nvPr>
        </p:nvSpPr>
        <p:spPr>
          <a:xfrm>
            <a:off x="8309610" y="4293958"/>
            <a:ext cx="3054096" cy="146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178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ubtitle gradient bg">
    <p:spTree>
      <p:nvGrpSpPr>
        <p:cNvPr id="1" name=""/>
        <p:cNvGrpSpPr/>
        <p:nvPr/>
      </p:nvGrpSpPr>
      <p:grpSpPr>
        <a:xfrm>
          <a:off x="0" y="0"/>
          <a:ext cx="0" cy="0"/>
          <a:chOff x="0" y="0"/>
          <a:chExt cx="0" cy="0"/>
        </a:xfrm>
      </p:grpSpPr>
      <p:pic>
        <p:nvPicPr>
          <p:cNvPr id="5" name="Picture 4" descr="A blurry image of a person's hand&#10;&#10;Description automatically generated">
            <a:extLst>
              <a:ext uri="{FF2B5EF4-FFF2-40B4-BE49-F238E27FC236}">
                <a16:creationId xmlns:a16="http://schemas.microsoft.com/office/drawing/2014/main" id="{ED70F2A3-7ACA-1DD8-0079-36BEDC3787A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4" name="Title 3">
            <a:extLst>
              <a:ext uri="{FF2B5EF4-FFF2-40B4-BE49-F238E27FC236}">
                <a16:creationId xmlns:a16="http://schemas.microsoft.com/office/drawing/2014/main" id="{48C3DE1E-D881-BBB5-7E33-7A4E32F65DB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0092D23-468F-E22B-6B65-A3E3CBD5EB30}"/>
              </a:ext>
            </a:extLst>
          </p:cNvPr>
          <p:cNvSpPr>
            <a:spLocks noGrp="1"/>
          </p:cNvSpPr>
          <p:nvPr>
            <p:ph type="body" sz="quarter" idx="10"/>
          </p:nvPr>
        </p:nvSpPr>
        <p:spPr>
          <a:xfrm>
            <a:off x="588963" y="939800"/>
            <a:ext cx="10231437" cy="276999"/>
          </a:xfrm>
        </p:spPr>
        <p:txBody>
          <a:bodyPr/>
          <a:lstStyle>
            <a:lvl1pPr>
              <a:defRPr sz="1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128541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_Title Only">
    <p:spTree>
      <p:nvGrpSpPr>
        <p:cNvPr id="1" name=""/>
        <p:cNvGrpSpPr/>
        <p:nvPr/>
      </p:nvGrpSpPr>
      <p:grpSpPr>
        <a:xfrm>
          <a:off x="0" y="0"/>
          <a:ext cx="0" cy="0"/>
          <a:chOff x="0" y="0"/>
          <a:chExt cx="0" cy="0"/>
        </a:xfrm>
      </p:grpSpPr>
      <p:grpSp>
        <p:nvGrpSpPr>
          <p:cNvPr id="5" name="background">
            <a:extLst>
              <a:ext uri="{FF2B5EF4-FFF2-40B4-BE49-F238E27FC236}">
                <a16:creationId xmlns:a16="http://schemas.microsoft.com/office/drawing/2014/main" id="{5F2A7F32-D541-689E-D247-7316BD9E99D8}"/>
              </a:ext>
            </a:extLst>
          </p:cNvPr>
          <p:cNvGrpSpPr/>
          <p:nvPr userDrawn="1"/>
        </p:nvGrpSpPr>
        <p:grpSpPr>
          <a:xfrm>
            <a:off x="0" y="0"/>
            <a:ext cx="12192000" cy="6858000"/>
            <a:chOff x="0" y="0"/>
            <a:chExt cx="12192000" cy="6858000"/>
          </a:xfrm>
        </p:grpSpPr>
        <p:sp>
          <p:nvSpPr>
            <p:cNvPr id="6" name="Rectangle 5" descr="Light Pattern: Square dots">
              <a:extLst>
                <a:ext uri="{FF2B5EF4-FFF2-40B4-BE49-F238E27FC236}">
                  <a16:creationId xmlns:a16="http://schemas.microsoft.com/office/drawing/2014/main" id="{88C90159-3F8D-C351-E55D-79F7A5F71584}"/>
                </a:ext>
              </a:extLst>
            </p:cNvPr>
            <p:cNvSpPr/>
            <p:nvPr/>
          </p:nvSpPr>
          <p:spPr bwMode="auto">
            <a:xfrm>
              <a:off x="0" y="0"/>
              <a:ext cx="12192000" cy="6858000"/>
            </a:xfrm>
            <a:prstGeom prst="rect">
              <a:avLst/>
            </a:prstGeom>
            <a:blipFill dpi="0" rotWithShape="1">
              <a:blip>
                <a:alphaModFix amt="10000"/>
                <a:extLst>
                  <a:ext uri="{96DAC541-7B7A-43D3-8B79-37D633B846F1}">
                    <asvg:svgBlip xmlns:asvg="http://schemas.microsoft.com/office/drawing/2016/SVG/main" r:embed="rId2"/>
                  </a:ext>
                </a:extLst>
              </a:blip>
              <a:srcRect/>
              <a:tile tx="0" ty="0" sx="100000" sy="10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7" name="Rectangle: Rounded Corners 24" descr="Light: small container">
              <a:extLst>
                <a:ext uri="{FF2B5EF4-FFF2-40B4-BE49-F238E27FC236}">
                  <a16:creationId xmlns:a16="http://schemas.microsoft.com/office/drawing/2014/main" id="{75ECAEFD-76E3-3A71-F1F8-A4E22DA606A3}"/>
                </a:ext>
              </a:extLst>
            </p:cNvPr>
            <p:cNvSpPr/>
            <p:nvPr/>
          </p:nvSpPr>
          <p:spPr bwMode="auto">
            <a:xfrm>
              <a:off x="0" y="0"/>
              <a:ext cx="12192000" cy="6858000"/>
            </a:xfrm>
            <a:prstGeom prst="rect">
              <a:avLst/>
            </a:prstGeom>
            <a:gradFill flip="none" rotWithShape="1">
              <a:gsLst>
                <a:gs pos="82000">
                  <a:srgbClr val="FFFFFF"/>
                </a:gs>
                <a:gs pos="100000">
                  <a:srgbClr val="FFFFFF">
                    <a:alpha val="0"/>
                  </a:srgbClr>
                </a:gs>
                <a:gs pos="40000">
                  <a:srgbClr val="FFFFFF"/>
                </a:gs>
                <a:gs pos="24000">
                  <a:srgbClr val="FFFFFF">
                    <a:alpha val="79225"/>
                  </a:srgbClr>
                </a:gs>
                <a:gs pos="3000">
                  <a:srgbClr val="FFFFFF">
                    <a:alpha val="15000"/>
                  </a:srgbClr>
                </a:gs>
              </a:gsLst>
              <a:path path="circle">
                <a:fillToRect l="100000" t="100000"/>
              </a:path>
              <a:tileRect r="-100000" b="-100000"/>
            </a:gradFill>
            <a:ln w="12700" cap="flat" cmpd="sng" algn="ctr">
              <a:noFill/>
              <a:prstDash val="solid"/>
              <a:headEnd type="none" w="med" len="med"/>
              <a:tailEnd type="none" w="med" len="med"/>
            </a:ln>
            <a:effectLst/>
            <a:scene3d>
              <a:camera prst="perspectiveRight" fov="2700000">
                <a:rot lat="0" lon="21594000" rev="0"/>
              </a:camera>
              <a:lightRig rig="flat" dir="t"/>
            </a:scene3d>
            <a:sp3d>
              <a:bevelT w="0" h="38100"/>
              <a:bevelB w="0" h="0"/>
              <a:contourClr>
                <a:srgbClr val="000000"/>
              </a:contourClr>
            </a:sp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6740" y="457200"/>
            <a:ext cx="11018520" cy="461665"/>
          </a:xfrm>
        </p:spPr>
        <p:txBody>
          <a:bodyPr vert="horz" wrap="square" lIns="0" tIns="0" rIns="0" bIns="0" rtlCol="0" anchor="t">
            <a:spAutoFit/>
          </a:bodyPr>
          <a:lstStyle>
            <a:lvl1pPr>
              <a:defRPr lang="en-US" sz="3000" dirty="0">
                <a:gradFill flip="none" rotWithShape="1">
                  <a:gsLst>
                    <a:gs pos="0">
                      <a:srgbClr val="FF5C39"/>
                    </a:gs>
                    <a:gs pos="25000">
                      <a:srgbClr val="F4364C"/>
                    </a:gs>
                    <a:gs pos="75000">
                      <a:srgbClr val="0078D4"/>
                    </a:gs>
                    <a:gs pos="50000">
                      <a:srgbClr val="C03BC4"/>
                    </a:gs>
                    <a:gs pos="100000">
                      <a:srgbClr val="14938C"/>
                    </a:gs>
                  </a:gsLst>
                  <a:lin ang="0" scaled="1"/>
                  <a:tileRect/>
                </a:gradFill>
              </a:defRPr>
            </a:lvl1pPr>
          </a:lstStyle>
          <a:p>
            <a:pPr marL="0" lvl="0"/>
            <a:endParaRPr lang="en-US"/>
          </a:p>
        </p:txBody>
      </p:sp>
      <p:sp>
        <p:nvSpPr>
          <p:cNvPr id="3" name="Footer Placeholder 4">
            <a:extLst>
              <a:ext uri="{FF2B5EF4-FFF2-40B4-BE49-F238E27FC236}">
                <a16:creationId xmlns:a16="http://schemas.microsoft.com/office/drawing/2014/main" id="{C8B1B4F8-04B3-79C3-FF88-DB6DFA1461B6}"/>
              </a:ext>
            </a:extLst>
          </p:cNvPr>
          <p:cNvSpPr>
            <a:spLocks noGrp="1"/>
          </p:cNvSpPr>
          <p:nvPr>
            <p:ph type="ftr" sz="quarter" idx="3"/>
          </p:nvPr>
        </p:nvSpPr>
        <p:spPr>
          <a:xfrm>
            <a:off x="4038600" y="6578957"/>
            <a:ext cx="4114800" cy="123111"/>
          </a:xfrm>
          <a:prstGeom prst="rect">
            <a:avLst/>
          </a:prstGeom>
        </p:spPr>
        <p:txBody>
          <a:bodyPr vert="horz" lIns="0" tIns="0" rIns="0" bIns="0" rtlCol="0" anchor="ctr">
            <a:spAutoFit/>
          </a:bodyPr>
          <a:lstStyle>
            <a:lvl1pPr algn="ctr">
              <a:defRPr sz="800">
                <a:solidFill>
                  <a:schemeClr val="tx1"/>
                </a:solidFill>
              </a:defRPr>
            </a:lvl1pPr>
          </a:lstStyle>
          <a:p>
            <a:r>
              <a:rPr lang="en-IN"/>
              <a:t>Microsoft Confidential–Internal Only</a:t>
            </a:r>
          </a:p>
        </p:txBody>
      </p:sp>
      <p:sp>
        <p:nvSpPr>
          <p:cNvPr id="4" name="Slide Number Placeholder 5">
            <a:extLst>
              <a:ext uri="{FF2B5EF4-FFF2-40B4-BE49-F238E27FC236}">
                <a16:creationId xmlns:a16="http://schemas.microsoft.com/office/drawing/2014/main" id="{5225D100-8A9D-19CD-62CD-EEF5535FBB1D}"/>
              </a:ext>
            </a:extLst>
          </p:cNvPr>
          <p:cNvSpPr>
            <a:spLocks noGrp="1"/>
          </p:cNvSpPr>
          <p:nvPr>
            <p:ph type="sldNum" sz="quarter" idx="4"/>
          </p:nvPr>
        </p:nvSpPr>
        <p:spPr>
          <a:xfrm>
            <a:off x="11738235" y="6578957"/>
            <a:ext cx="247650" cy="123111"/>
          </a:xfrm>
          <a:prstGeom prst="rect">
            <a:avLst/>
          </a:prstGeom>
        </p:spPr>
        <p:txBody>
          <a:bodyPr vert="horz" wrap="square" lIns="0" tIns="0" rIns="0" bIns="0" rtlCol="0" anchor="ctr">
            <a:spAutoFit/>
          </a:bodyPr>
          <a:lstStyle>
            <a:lvl1pPr algn="ctr">
              <a:defRPr sz="800">
                <a:solidFill>
                  <a:schemeClr val="tx1"/>
                </a:solidFill>
              </a:defRPr>
            </a:lvl1pPr>
          </a:lstStyle>
          <a:p>
            <a:fld id="{CC0151E6-08A3-4246-B91A-F3551DAD1FF4}" type="slidenum">
              <a:rPr lang="en-IN" smtClean="0"/>
              <a:pPr/>
              <a:t>‹#›</a:t>
            </a:fld>
            <a:endParaRPr lang="en-IN"/>
          </a:p>
        </p:txBody>
      </p:sp>
    </p:spTree>
    <p:extLst>
      <p:ext uri="{BB962C8B-B14F-4D97-AF65-F5344CB8AC3E}">
        <p14:creationId xmlns:p14="http://schemas.microsoft.com/office/powerpoint/2010/main" val="32465956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238409-6CF9-FC56-992A-EFE087EF45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10" name="Text Placeholder 9">
            <a:extLst>
              <a:ext uri="{FF2B5EF4-FFF2-40B4-BE49-F238E27FC236}">
                <a16:creationId xmlns:a16="http://schemas.microsoft.com/office/drawing/2014/main" id="{D922E80F-EDE1-0907-DDC6-7BE22896BBFB}"/>
              </a:ext>
            </a:extLst>
          </p:cNvPr>
          <p:cNvSpPr>
            <a:spLocks noGrp="1"/>
          </p:cNvSpPr>
          <p:nvPr>
            <p:ph type="body" sz="quarter" idx="10"/>
          </p:nvPr>
        </p:nvSpPr>
        <p:spPr>
          <a:xfrm>
            <a:off x="0" y="6176963"/>
            <a:ext cx="12192000" cy="681037"/>
          </a:xfrm>
        </p:spPr>
        <p:txBody>
          <a:bodyPr anchor="ctr">
            <a:noAutofit/>
          </a:bodyPr>
          <a:lstStyle>
            <a:lvl1pPr marL="0" indent="0" algn="ctr">
              <a:buNone/>
              <a:defRPr sz="140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a:t>Click to edit Master text styles</a:t>
            </a:r>
          </a:p>
        </p:txBody>
      </p:sp>
      <p:sp>
        <p:nvSpPr>
          <p:cNvPr id="3" name="Date Placeholder 4">
            <a:extLst>
              <a:ext uri="{FF2B5EF4-FFF2-40B4-BE49-F238E27FC236}">
                <a16:creationId xmlns:a16="http://schemas.microsoft.com/office/drawing/2014/main" id="{9526BCC9-4C7A-6443-EE26-D8E14742C817}"/>
              </a:ext>
            </a:extLst>
          </p:cNvPr>
          <p:cNvSpPr txBox="1">
            <a:spLocks/>
          </p:cNvSpPr>
          <p:nvPr userDrawn="1"/>
        </p:nvSpPr>
        <p:spPr>
          <a:xfrm>
            <a:off x="179027" y="144463"/>
            <a:ext cx="3850279" cy="3651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tint val="82000"/>
                  </a:schemeClr>
                </a:solidFill>
                <a:latin typeface="Aptos Mono" panose="020B000902020202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E4558"/>
                </a:solidFill>
                <a:effectLst/>
                <a:uLnTx/>
                <a:uFillTx/>
                <a:latin typeface="Aptos Mono" panose="020B0009020202020204" pitchFamily="49" charset="0"/>
                <a:ea typeface="+mn-ea"/>
                <a:cs typeface="+mn-cs"/>
              </a:rPr>
              <a:t>M365 COPILOT APP</a:t>
            </a:r>
          </a:p>
        </p:txBody>
      </p:sp>
      <p:sp>
        <p:nvSpPr>
          <p:cNvPr id="6" name="Text Placeholder 5">
            <a:extLst>
              <a:ext uri="{FF2B5EF4-FFF2-40B4-BE49-F238E27FC236}">
                <a16:creationId xmlns:a16="http://schemas.microsoft.com/office/drawing/2014/main" id="{F60B7149-A632-1B35-17BF-7F46286B83A2}"/>
              </a:ext>
            </a:extLst>
          </p:cNvPr>
          <p:cNvSpPr>
            <a:spLocks noGrp="1"/>
          </p:cNvSpPr>
          <p:nvPr>
            <p:ph type="body" sz="quarter" idx="11" hasCustomPrompt="1"/>
          </p:nvPr>
        </p:nvSpPr>
        <p:spPr>
          <a:xfrm>
            <a:off x="6998941" y="160026"/>
            <a:ext cx="5014032" cy="333998"/>
          </a:xfrm>
        </p:spPr>
        <p:txBody>
          <a:bodyPr anchor="ctr"/>
          <a:lstStyle>
            <a:lvl1pPr marL="0" indent="0" algn="r">
              <a:buNone/>
              <a:defRPr kumimoji="0" lang="en-US" sz="1000" b="0" i="0" u="none" strike="noStrike" kern="1200" cap="none" spc="0" normalizeH="0" baseline="0" dirty="0" smtClean="0">
                <a:ln>
                  <a:noFill/>
                </a:ln>
                <a:solidFill>
                  <a:srgbClr val="2E4558"/>
                </a:solidFill>
                <a:effectLst/>
                <a:uLnTx/>
                <a:uFillTx/>
                <a:latin typeface="Aptos Mono" panose="020B0009020202020204" pitchFamily="49" charset="0"/>
                <a:ea typeface="+mn-ea"/>
                <a:cs typeface="+mn-cs"/>
              </a:defRPr>
            </a:lvl1pPr>
          </a:lstStyle>
          <a:p>
            <a:pPr lvl="0"/>
            <a:r>
              <a:rPr lang="en-US"/>
              <a:t>LOREM IPSUM</a:t>
            </a:r>
          </a:p>
        </p:txBody>
      </p:sp>
    </p:spTree>
    <p:extLst>
      <p:ext uri="{BB962C8B-B14F-4D97-AF65-F5344CB8AC3E}">
        <p14:creationId xmlns:p14="http://schemas.microsoft.com/office/powerpoint/2010/main" val="4089173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68341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over">
    <p:bg>
      <p:bgPr>
        <a:solidFill>
          <a:schemeClr val="bg2">
            <a:lumMod val="1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55059A-33DE-360A-E35C-F56834B2ABCE}"/>
              </a:ext>
            </a:extLst>
          </p:cNvPr>
          <p:cNvPicPr>
            <a:picLocks noChangeAspect="1"/>
          </p:cNvPicPr>
          <p:nvPr userDrawn="1"/>
        </p:nvPicPr>
        <p:blipFill>
          <a:blip r:embed="rId2"/>
          <a:srcRect l="1148" r="1146"/>
          <a:stretch>
            <a:fillRect/>
          </a:stretch>
        </p:blipFill>
        <p:spPr>
          <a:xfrm>
            <a:off x="-1" y="-1"/>
            <a:ext cx="12192001" cy="6858000"/>
          </a:xfrm>
          <a:prstGeom prst="rect">
            <a:avLst/>
          </a:prstGeom>
        </p:spPr>
      </p:pic>
    </p:spTree>
    <p:extLst>
      <p:ext uri="{BB962C8B-B14F-4D97-AF65-F5344CB8AC3E}">
        <p14:creationId xmlns:p14="http://schemas.microsoft.com/office/powerpoint/2010/main" val="25325748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_dark">
    <p:bg>
      <p:bgPr>
        <a:solidFill>
          <a:srgbClr val="17171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3778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01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2" name="Graphic 1" descr="Microsoft Power Platform logo">
            <a:extLst>
              <a:ext uri="{FF2B5EF4-FFF2-40B4-BE49-F238E27FC236}">
                <a16:creationId xmlns:a16="http://schemas.microsoft.com/office/drawing/2014/main" id="{8EE8B60D-BE9D-3A6F-9778-3D55A92D7AFF}"/>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4894" y="597820"/>
            <a:ext cx="3068320" cy="292608"/>
          </a:xfrm>
          <a:prstGeom prst="rect">
            <a:avLst/>
          </a:prstGeom>
        </p:spPr>
      </p:pic>
    </p:spTree>
    <p:extLst>
      <p:ext uri="{BB962C8B-B14F-4D97-AF65-F5344CB8AC3E}">
        <p14:creationId xmlns:p14="http://schemas.microsoft.com/office/powerpoint/2010/main" val="398269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02 Title Slide">
    <p:spTree>
      <p:nvGrpSpPr>
        <p:cNvPr id="1" name=""/>
        <p:cNvGrpSpPr/>
        <p:nvPr/>
      </p:nvGrpSpPr>
      <p:grpSpPr>
        <a:xfrm>
          <a:off x="0" y="0"/>
          <a:ext cx="0" cy="0"/>
          <a:chOff x="0" y="0"/>
          <a:chExt cx="0" cy="0"/>
        </a:xfrm>
      </p:grpSpPr>
      <p:pic>
        <p:nvPicPr>
          <p:cNvPr id="11" name="Picture 10" descr="A blue sky with white clouds&#10;&#10;Description automatically generated">
            <a:extLst>
              <a:ext uri="{FF2B5EF4-FFF2-40B4-BE49-F238E27FC236}">
                <a16:creationId xmlns:a16="http://schemas.microsoft.com/office/drawing/2014/main" id="{79BAFC8C-EB9A-06B0-36D4-AEB224BFA26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1529"/>
            <a:ext cx="12192000" cy="6869529"/>
          </a:xfrm>
          <a:prstGeom prst="rect">
            <a:avLst/>
          </a:prstGeom>
        </p:spPr>
      </p:pic>
      <p:sp>
        <p:nvSpPr>
          <p:cNvPr id="8" name="Rectangle 7">
            <a:extLst>
              <a:ext uri="{FF2B5EF4-FFF2-40B4-BE49-F238E27FC236}">
                <a16:creationId xmlns:a16="http://schemas.microsoft.com/office/drawing/2014/main" id="{108F13F4-2AA0-2751-9C54-183410D351E2}"/>
              </a:ext>
            </a:extLst>
          </p:cNvPr>
          <p:cNvSpPr/>
          <p:nvPr userDrawn="1"/>
        </p:nvSpPr>
        <p:spPr>
          <a:xfrm>
            <a:off x="0" y="0"/>
            <a:ext cx="6616700" cy="6858000"/>
          </a:xfrm>
          <a:prstGeom prst="rect">
            <a:avLst/>
          </a:prstGeom>
          <a:gradFill flip="none" rotWithShape="1">
            <a:gsLst>
              <a:gs pos="26000">
                <a:schemeClr val="bg1">
                  <a:alpha val="58000"/>
                </a:schemeClr>
              </a:gs>
              <a:gs pos="70000">
                <a:schemeClr val="bg1">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404235" y="4236857"/>
            <a:ext cx="6823075" cy="454517"/>
          </a:xfrm>
        </p:spPr>
        <p:txBody>
          <a:bodyPr/>
          <a:lstStyle>
            <a:lvl1pPr marL="0" indent="0">
              <a:buNone/>
              <a:defRPr/>
            </a:lvl1pPr>
          </a:lstStyle>
          <a:p>
            <a:pPr lvl="0"/>
            <a:r>
              <a:rPr lang="en-US"/>
              <a:t>Click to edit Master text styles</a:t>
            </a:r>
          </a:p>
        </p:txBody>
      </p:sp>
      <p:pic>
        <p:nvPicPr>
          <p:cNvPr id="2" name="Graphic 1" descr="Microsoft Power Platform logo">
            <a:extLst>
              <a:ext uri="{FF2B5EF4-FFF2-40B4-BE49-F238E27FC236}">
                <a16:creationId xmlns:a16="http://schemas.microsoft.com/office/drawing/2014/main" id="{493072E4-BA8B-4C97-2AA6-3F4E1BE5E390}"/>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4894" y="597820"/>
            <a:ext cx="3068320" cy="292608"/>
          </a:xfrm>
          <a:prstGeom prst="rect">
            <a:avLst/>
          </a:prstGeom>
        </p:spPr>
      </p:pic>
    </p:spTree>
    <p:extLst>
      <p:ext uri="{BB962C8B-B14F-4D97-AF65-F5344CB8AC3E}">
        <p14:creationId xmlns:p14="http://schemas.microsoft.com/office/powerpoint/2010/main" val="28988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03 Title Slide">
    <p:spTree>
      <p:nvGrpSpPr>
        <p:cNvPr id="1" name=""/>
        <p:cNvGrpSpPr/>
        <p:nvPr/>
      </p:nvGrpSpPr>
      <p:grpSpPr>
        <a:xfrm>
          <a:off x="0" y="0"/>
          <a:ext cx="0" cy="0"/>
          <a:chOff x="0" y="0"/>
          <a:chExt cx="0" cy="0"/>
        </a:xfrm>
      </p:grpSpPr>
      <p:pic>
        <p:nvPicPr>
          <p:cNvPr id="7" name="Picture 6" descr="A close-up of a purple and white square&#10;&#10;AI-generated content may be incorrect.">
            <a:extLst>
              <a:ext uri="{FF2B5EF4-FFF2-40B4-BE49-F238E27FC236}">
                <a16:creationId xmlns:a16="http://schemas.microsoft.com/office/drawing/2014/main" id="{F3878AAF-1C4C-B79F-0FDD-2D1F23DB88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2167054"/>
            <a:ext cx="7683500" cy="553998"/>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hasCustomPrompt="1"/>
          </p:nvPr>
        </p:nvSpPr>
        <p:spPr>
          <a:xfrm>
            <a:off x="389121" y="3761142"/>
            <a:ext cx="6823075" cy="246221"/>
          </a:xfrm>
        </p:spPr>
        <p:txBody>
          <a:bodyPr/>
          <a:lstStyle>
            <a:lvl1pPr marL="0" indent="0">
              <a:buNone/>
              <a:defRPr sz="1600"/>
            </a:lvl1pPr>
          </a:lstStyle>
          <a:p>
            <a:pPr lvl="0"/>
            <a:r>
              <a:rPr lang="en-US"/>
              <a:t>Speaker name subtitle text</a:t>
            </a:r>
          </a:p>
        </p:txBody>
      </p:sp>
      <p:sp>
        <p:nvSpPr>
          <p:cNvPr id="10" name="Rectangle 9">
            <a:extLst>
              <a:ext uri="{FF2B5EF4-FFF2-40B4-BE49-F238E27FC236}">
                <a16:creationId xmlns:a16="http://schemas.microsoft.com/office/drawing/2014/main" id="{CAC7FB3E-F08A-67AD-A4D0-AB3A47BFD289}"/>
              </a:ext>
              <a:ext uri="{C183D7F6-B498-43B3-948B-1728B52AA6E4}">
                <adec:decorative xmlns:adec="http://schemas.microsoft.com/office/drawing/2017/decorative" val="1"/>
              </a:ext>
            </a:extLst>
          </p:cNvPr>
          <p:cNvSpPr/>
          <p:nvPr userDrawn="1"/>
        </p:nvSpPr>
        <p:spPr>
          <a:xfrm>
            <a:off x="0" y="6720840"/>
            <a:ext cx="12192000" cy="137160"/>
          </a:xfrm>
          <a:prstGeom prst="rect">
            <a:avLst/>
          </a:prstGeom>
          <a:gradFill flip="none" rotWithShape="1">
            <a:gsLst>
              <a:gs pos="20000">
                <a:srgbClr val="8661C5"/>
              </a:gs>
              <a:gs pos="100000">
                <a:srgbClr val="C03BC4"/>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pic>
        <p:nvPicPr>
          <p:cNvPr id="2" name="Graphic 1" descr="Microsoft Power Platform logo">
            <a:extLst>
              <a:ext uri="{FF2B5EF4-FFF2-40B4-BE49-F238E27FC236}">
                <a16:creationId xmlns:a16="http://schemas.microsoft.com/office/drawing/2014/main" id="{494442DC-869E-C7BD-4090-987C87906DD5}"/>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4894" y="597820"/>
            <a:ext cx="3068320" cy="292608"/>
          </a:xfrm>
          <a:prstGeom prst="rect">
            <a:avLst/>
          </a:prstGeom>
        </p:spPr>
      </p:pic>
    </p:spTree>
    <p:extLst>
      <p:ext uri="{BB962C8B-B14F-4D97-AF65-F5344CB8AC3E}">
        <p14:creationId xmlns:p14="http://schemas.microsoft.com/office/powerpoint/2010/main" val="59334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3 Title Only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3788299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04 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004857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05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90401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07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39035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09_Title and Content">
    <p:bg>
      <p:bgPr>
        <a:gradFill>
          <a:gsLst>
            <a:gs pos="92000">
              <a:schemeClr val="accent4">
                <a:lumMod val="20000"/>
                <a:lumOff val="80000"/>
                <a:alpha val="50000"/>
              </a:schemeClr>
            </a:gs>
            <a:gs pos="0">
              <a:schemeClr val="accent1">
                <a:lumMod val="20000"/>
                <a:lumOff val="80000"/>
                <a:alpha val="50000"/>
              </a:schemeClr>
            </a:gs>
          </a:gsLst>
          <a:lin ang="189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4159E75-1F02-A79B-3343-85E208B8C320}"/>
              </a:ext>
              <a:ext uri="{C183D7F6-B498-43B3-948B-1728B52AA6E4}">
                <adec:decorative xmlns:adec="http://schemas.microsoft.com/office/drawing/2017/decorative" val="1"/>
              </a:ext>
            </a:extLst>
          </p:cNvPr>
          <p:cNvGrpSpPr/>
          <p:nvPr userDrawn="1"/>
        </p:nvGrpSpPr>
        <p:grpSpPr>
          <a:xfrm>
            <a:off x="-1" y="-1"/>
            <a:ext cx="12192001" cy="6980663"/>
            <a:chOff x="-1" y="-1"/>
            <a:chExt cx="12192001" cy="6980663"/>
          </a:xfrm>
        </p:grpSpPr>
        <p:pic>
          <p:nvPicPr>
            <p:cNvPr id="7" name="Picture 6" descr="A picture containing white, design, black and white, art&#10;&#10;Description automatically generated">
              <a:extLst>
                <a:ext uri="{FF2B5EF4-FFF2-40B4-BE49-F238E27FC236}">
                  <a16:creationId xmlns:a16="http://schemas.microsoft.com/office/drawing/2014/main" id="{18309A4A-7016-C847-7828-358F797F71B4}"/>
                </a:ext>
              </a:extLst>
            </p:cNvPr>
            <p:cNvPicPr>
              <a:picLocks noChangeAspect="1"/>
            </p:cNvPicPr>
            <p:nvPr userDrawn="1"/>
          </p:nvPicPr>
          <p:blipFill>
            <a:blip r:embed="rId2" cstate="screen">
              <a:alphaModFix amt="4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96EAD7A7-A3DF-17C7-C798-C136EEECE3F8}"/>
                </a:ext>
              </a:extLst>
            </p:cNvPr>
            <p:cNvPicPr>
              <a:picLocks noChangeAspect="1"/>
            </p:cNvPicPr>
            <p:nvPr userDrawn="1"/>
          </p:nvPicPr>
          <p:blipFill rotWithShape="1">
            <a:blip r:embed="rId3" cstate="screen">
              <a:alphaModFix amt="60000"/>
              <a:extLst>
                <a:ext uri="{28A0092B-C50C-407E-A947-70E740481C1C}">
                  <a14:useLocalDpi xmlns:a14="http://schemas.microsoft.com/office/drawing/2010/main"/>
                </a:ext>
              </a:extLst>
            </a:blip>
            <a:srcRect/>
            <a:stretch/>
          </p:blipFill>
          <p:spPr>
            <a:xfrm>
              <a:off x="-1" y="-1"/>
              <a:ext cx="12192001" cy="6980663"/>
            </a:xfrm>
            <a:prstGeom prst="rect">
              <a:avLst/>
            </a:prstGeom>
          </p:spPr>
        </p:pic>
      </p:gr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5970277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78177322"/>
      </p:ext>
    </p:extLst>
  </p:cSld>
  <p:clrMapOvr>
    <a:masterClrMapping/>
  </p:clrMapOvr>
  <p:transition>
    <p:fade/>
  </p:transition>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06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01152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07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9281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08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0608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7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C308E-D2A9-E3D4-3C56-A6352597D9EB}"/>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94279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0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A blue sky with white clouds&#10;&#10;Description automatically generated">
            <a:extLst>
              <a:ext uri="{FF2B5EF4-FFF2-40B4-BE49-F238E27FC236}">
                <a16:creationId xmlns:a16="http://schemas.microsoft.com/office/drawing/2014/main" id="{DE87C3CF-A749-196F-9420-963A48A66D71}"/>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11529"/>
            <a:ext cx="12192000" cy="6869529"/>
          </a:xfrm>
          <a:prstGeom prst="rect">
            <a:avLst/>
          </a:prstGeom>
        </p:spPr>
      </p:pic>
      <p:sp>
        <p:nvSpPr>
          <p:cNvPr id="2" name="Title 1">
            <a:extLst>
              <a:ext uri="{FF2B5EF4-FFF2-40B4-BE49-F238E27FC236}">
                <a16:creationId xmlns:a16="http://schemas.microsoft.com/office/drawing/2014/main" id="{14EC308E-D2A9-E3D4-3C56-A6352597D9EB}"/>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2" name="Free-form: Shape 11">
            <a:extLst>
              <a:ext uri="{FF2B5EF4-FFF2-40B4-BE49-F238E27FC236}">
                <a16:creationId xmlns:a16="http://schemas.microsoft.com/office/drawing/2014/main" id="{34DFDB41-42CD-BE0B-8013-26B1207BAF05}"/>
              </a:ext>
              <a:ext uri="{C183D7F6-B498-43B3-948B-1728B52AA6E4}">
                <adec:decorative xmlns:adec="http://schemas.microsoft.com/office/drawing/2017/decorative" val="1"/>
              </a:ext>
            </a:extLst>
          </p:cNvPr>
          <p:cNvSpPr/>
          <p:nvPr userDrawn="1"/>
        </p:nvSpPr>
        <p:spPr bwMode="auto">
          <a:xfrm flipV="1">
            <a:off x="285377" y="0"/>
            <a:ext cx="9715500" cy="5918200"/>
          </a:xfrm>
          <a:custGeom>
            <a:avLst/>
            <a:gdLst>
              <a:gd name="connsiteX0" fmla="*/ 228600 w 4343400"/>
              <a:gd name="connsiteY0" fmla="*/ 1473200 h 1473200"/>
              <a:gd name="connsiteX1" fmla="*/ 0 w 4343400"/>
              <a:gd name="connsiteY1" fmla="*/ 1473200 h 1473200"/>
              <a:gd name="connsiteX2" fmla="*/ 0 w 4343400"/>
              <a:gd name="connsiteY2" fmla="*/ 0 h 1473200"/>
              <a:gd name="connsiteX3" fmla="*/ 4343400 w 4343400"/>
              <a:gd name="connsiteY3" fmla="*/ 0 h 1473200"/>
              <a:gd name="connsiteX4" fmla="*/ 4343400 w 4343400"/>
              <a:gd name="connsiteY4" fmla="*/ 304800 h 1473200"/>
              <a:gd name="connsiteX0" fmla="*/ 0 w 4343400"/>
              <a:gd name="connsiteY0" fmla="*/ 1473200 h 1473200"/>
              <a:gd name="connsiteX1" fmla="*/ 0 w 4343400"/>
              <a:gd name="connsiteY1" fmla="*/ 0 h 1473200"/>
              <a:gd name="connsiteX2" fmla="*/ 4343400 w 4343400"/>
              <a:gd name="connsiteY2" fmla="*/ 0 h 1473200"/>
              <a:gd name="connsiteX3" fmla="*/ 4343400 w 4343400"/>
              <a:gd name="connsiteY3" fmla="*/ 304800 h 1473200"/>
              <a:gd name="connsiteX0" fmla="*/ 0 w 4343400"/>
              <a:gd name="connsiteY0" fmla="*/ 1473200 h 1473200"/>
              <a:gd name="connsiteX1" fmla="*/ 0 w 4343400"/>
              <a:gd name="connsiteY1" fmla="*/ 0 h 1473200"/>
              <a:gd name="connsiteX2" fmla="*/ 4343400 w 4343400"/>
              <a:gd name="connsiteY2" fmla="*/ 0 h 1473200"/>
            </a:gdLst>
            <a:ahLst/>
            <a:cxnLst>
              <a:cxn ang="0">
                <a:pos x="connsiteX0" y="connsiteY0"/>
              </a:cxn>
              <a:cxn ang="0">
                <a:pos x="connsiteX1" y="connsiteY1"/>
              </a:cxn>
              <a:cxn ang="0">
                <a:pos x="connsiteX2" y="connsiteY2"/>
              </a:cxn>
            </a:cxnLst>
            <a:rect l="l" t="t" r="r" b="b"/>
            <a:pathLst>
              <a:path w="4343400" h="1473200">
                <a:moveTo>
                  <a:pt x="0" y="1473200"/>
                </a:moveTo>
                <a:lnTo>
                  <a:pt x="0" y="0"/>
                </a:lnTo>
                <a:lnTo>
                  <a:pt x="4343400" y="0"/>
                </a:lnTo>
              </a:path>
            </a:pathLst>
          </a:custGeom>
          <a:noFill/>
          <a:ln w="6350" cap="rnd">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3" name="Group 32">
            <a:extLst>
              <a:ext uri="{FF2B5EF4-FFF2-40B4-BE49-F238E27FC236}">
                <a16:creationId xmlns:a16="http://schemas.microsoft.com/office/drawing/2014/main" id="{1B3AB6BD-F9DB-6BEC-9644-A6F4BA4DB125}"/>
              </a:ext>
              <a:ext uri="{C183D7F6-B498-43B3-948B-1728B52AA6E4}">
                <adec:decorative xmlns:adec="http://schemas.microsoft.com/office/drawing/2017/decorative" val="1"/>
              </a:ext>
            </a:extLst>
          </p:cNvPr>
          <p:cNvGrpSpPr/>
          <p:nvPr userDrawn="1"/>
        </p:nvGrpSpPr>
        <p:grpSpPr>
          <a:xfrm rot="16200000" flipH="1">
            <a:off x="10307157" y="5029200"/>
            <a:ext cx="932403" cy="932403"/>
            <a:chOff x="11016820" y="5720920"/>
            <a:chExt cx="870379" cy="870379"/>
          </a:xfrm>
          <a:solidFill>
            <a:schemeClr val="bg2">
              <a:lumMod val="20000"/>
              <a:lumOff val="80000"/>
            </a:schemeClr>
          </a:solidFill>
        </p:grpSpPr>
        <p:sp>
          <p:nvSpPr>
            <p:cNvPr id="34" name="Oval 33">
              <a:extLst>
                <a:ext uri="{FF2B5EF4-FFF2-40B4-BE49-F238E27FC236}">
                  <a16:creationId xmlns:a16="http://schemas.microsoft.com/office/drawing/2014/main" id="{82F7965D-467B-2ADF-C868-CC8371B2D274}"/>
                </a:ext>
              </a:extLst>
            </p:cNvPr>
            <p:cNvSpPr/>
            <p:nvPr/>
          </p:nvSpPr>
          <p:spPr bwMode="auto">
            <a:xfrm>
              <a:off x="11798515" y="5720920"/>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Oval 34">
              <a:extLst>
                <a:ext uri="{FF2B5EF4-FFF2-40B4-BE49-F238E27FC236}">
                  <a16:creationId xmlns:a16="http://schemas.microsoft.com/office/drawing/2014/main" id="{01B89D68-C55D-C730-AEE5-E90B986E6B80}"/>
                </a:ext>
              </a:extLst>
            </p:cNvPr>
            <p:cNvSpPr/>
            <p:nvPr/>
          </p:nvSpPr>
          <p:spPr bwMode="auto">
            <a:xfrm>
              <a:off x="11798515" y="5981484"/>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5FAB8627-DCDB-4758-A40E-F3A96DA4C099}"/>
                </a:ext>
              </a:extLst>
            </p:cNvPr>
            <p:cNvSpPr/>
            <p:nvPr/>
          </p:nvSpPr>
          <p:spPr bwMode="auto">
            <a:xfrm>
              <a:off x="11798515" y="6242050"/>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7" name="Oval 36">
              <a:extLst>
                <a:ext uri="{FF2B5EF4-FFF2-40B4-BE49-F238E27FC236}">
                  <a16:creationId xmlns:a16="http://schemas.microsoft.com/office/drawing/2014/main" id="{E8121BA2-5927-0FAB-21FA-A6BB991C8E69}"/>
                </a:ext>
              </a:extLst>
            </p:cNvPr>
            <p:cNvSpPr/>
            <p:nvPr/>
          </p:nvSpPr>
          <p:spPr bwMode="auto">
            <a:xfrm>
              <a:off x="11798515" y="6502615"/>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8" name="Oval 37">
              <a:extLst>
                <a:ext uri="{FF2B5EF4-FFF2-40B4-BE49-F238E27FC236}">
                  <a16:creationId xmlns:a16="http://schemas.microsoft.com/office/drawing/2014/main" id="{D2E49B12-6F3F-40D2-4A1A-0BEE85C09CFD}"/>
                </a:ext>
              </a:extLst>
            </p:cNvPr>
            <p:cNvSpPr/>
            <p:nvPr/>
          </p:nvSpPr>
          <p:spPr bwMode="auto">
            <a:xfrm rot="5400000">
              <a:off x="11537950" y="6502615"/>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9" name="Oval 38">
              <a:extLst>
                <a:ext uri="{FF2B5EF4-FFF2-40B4-BE49-F238E27FC236}">
                  <a16:creationId xmlns:a16="http://schemas.microsoft.com/office/drawing/2014/main" id="{06C0A808-AC29-81FD-3945-F0160BC195D0}"/>
                </a:ext>
              </a:extLst>
            </p:cNvPr>
            <p:cNvSpPr/>
            <p:nvPr/>
          </p:nvSpPr>
          <p:spPr bwMode="auto">
            <a:xfrm rot="5400000">
              <a:off x="11277384" y="6502615"/>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6A1F279C-8116-9690-7EA9-9BE2995B3524}"/>
                </a:ext>
              </a:extLst>
            </p:cNvPr>
            <p:cNvSpPr/>
            <p:nvPr/>
          </p:nvSpPr>
          <p:spPr bwMode="auto">
            <a:xfrm rot="5400000">
              <a:off x="11016820" y="6502615"/>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1" name="Oval 40">
              <a:extLst>
                <a:ext uri="{FF2B5EF4-FFF2-40B4-BE49-F238E27FC236}">
                  <a16:creationId xmlns:a16="http://schemas.microsoft.com/office/drawing/2014/main" id="{8E314743-D8AB-5DF6-B938-51B17E66E101}"/>
                </a:ext>
              </a:extLst>
            </p:cNvPr>
            <p:cNvSpPr/>
            <p:nvPr/>
          </p:nvSpPr>
          <p:spPr bwMode="auto">
            <a:xfrm rot="5400000">
              <a:off x="11537950" y="6242050"/>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007B408E-3327-8F4D-1F6E-9F079E449D74}"/>
                </a:ext>
              </a:extLst>
            </p:cNvPr>
            <p:cNvSpPr/>
            <p:nvPr/>
          </p:nvSpPr>
          <p:spPr bwMode="auto">
            <a:xfrm rot="5400000">
              <a:off x="11277384" y="6242050"/>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3" name="Oval 42">
              <a:extLst>
                <a:ext uri="{FF2B5EF4-FFF2-40B4-BE49-F238E27FC236}">
                  <a16:creationId xmlns:a16="http://schemas.microsoft.com/office/drawing/2014/main" id="{886653D6-D671-749D-2832-A5EC51CA7519}"/>
                </a:ext>
              </a:extLst>
            </p:cNvPr>
            <p:cNvSpPr/>
            <p:nvPr/>
          </p:nvSpPr>
          <p:spPr bwMode="auto">
            <a:xfrm rot="5400000">
              <a:off x="11537950" y="5981484"/>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4" name="Oval 43">
              <a:extLst>
                <a:ext uri="{FF2B5EF4-FFF2-40B4-BE49-F238E27FC236}">
                  <a16:creationId xmlns:a16="http://schemas.microsoft.com/office/drawing/2014/main" id="{B128DE1F-D30F-2772-882F-B50A2775E3E4}"/>
                </a:ext>
              </a:extLst>
            </p:cNvPr>
            <p:cNvSpPr/>
            <p:nvPr/>
          </p:nvSpPr>
          <p:spPr bwMode="auto">
            <a:xfrm rot="5400000">
              <a:off x="11016820" y="6242050"/>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Oval 44">
              <a:extLst>
                <a:ext uri="{FF2B5EF4-FFF2-40B4-BE49-F238E27FC236}">
                  <a16:creationId xmlns:a16="http://schemas.microsoft.com/office/drawing/2014/main" id="{5DD97A25-5497-9AF3-C77B-10E7BB4B2940}"/>
                </a:ext>
              </a:extLst>
            </p:cNvPr>
            <p:cNvSpPr/>
            <p:nvPr/>
          </p:nvSpPr>
          <p:spPr bwMode="auto">
            <a:xfrm rot="5400000">
              <a:off x="11537950" y="5720920"/>
              <a:ext cx="88684" cy="88684"/>
            </a:xfrm>
            <a:prstGeom prst="ellipse">
              <a:avLst/>
            </a:prstGeom>
            <a:grpFill/>
            <a:ln>
              <a:solidFill>
                <a:schemeClr val="bg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Tree>
    <p:extLst>
      <p:ext uri="{BB962C8B-B14F-4D97-AF65-F5344CB8AC3E}">
        <p14:creationId xmlns:p14="http://schemas.microsoft.com/office/powerpoint/2010/main" val="20607099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09_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42129741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E65613-14F1-09CD-5134-A79239DDC25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38840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Title Only - Off 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lgn="ctr">
              <a:defRPr>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81478228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B6D6238-0A0C-B1C7-B4C6-B7F855D9C0E0}"/>
              </a:ext>
            </a:extLst>
          </p:cNvPr>
          <p:cNvSpPr>
            <a:spLocks noGrp="1"/>
          </p:cNvSpPr>
          <p:nvPr>
            <p:ph type="dt" sz="half" idx="10"/>
          </p:nvPr>
        </p:nvSpPr>
        <p:spPr/>
        <p:txBody>
          <a:bodyPr/>
          <a:lstStyle/>
          <a:p>
            <a:fld id="{D6EC6B77-0869-2C42-A109-5555704D3106}" type="datetimeFigureOut">
              <a:rPr lang="en-US" smtClean="0"/>
              <a:t>10/14/2026</a:t>
            </a:fld>
            <a:endParaRPr lang="en-US"/>
          </a:p>
        </p:txBody>
      </p:sp>
      <p:sp>
        <p:nvSpPr>
          <p:cNvPr id="5" name="Footer Placeholder 4">
            <a:extLst>
              <a:ext uri="{FF2B5EF4-FFF2-40B4-BE49-F238E27FC236}">
                <a16:creationId xmlns:a16="http://schemas.microsoft.com/office/drawing/2014/main" id="{F5D16E16-6901-E9A9-FA80-1E1E9D47E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D21B9-D1A1-8497-D5FC-32B525B02601}"/>
              </a:ext>
            </a:extLst>
          </p:cNvPr>
          <p:cNvSpPr>
            <a:spLocks noGrp="1"/>
          </p:cNvSpPr>
          <p:nvPr>
            <p:ph type="sldNum" sz="quarter" idx="12"/>
          </p:nvPr>
        </p:nvSpPr>
        <p:spPr/>
        <p:txBody>
          <a:bodyPr/>
          <a:lstStyle/>
          <a:p>
            <a:fld id="{26221BD0-C680-924B-9B9D-C103696F181B}" type="slidenum">
              <a:rPr lang="en-US" smtClean="0"/>
              <a:t>‹#›</a:t>
            </a:fld>
            <a:endParaRPr lang="en-US"/>
          </a:p>
        </p:txBody>
      </p:sp>
      <p:sp>
        <p:nvSpPr>
          <p:cNvPr id="8" name="Picture Placeholder 7">
            <a:extLst>
              <a:ext uri="{FF2B5EF4-FFF2-40B4-BE49-F238E27FC236}">
                <a16:creationId xmlns:a16="http://schemas.microsoft.com/office/drawing/2014/main" id="{6EA7A2E3-048E-0DD7-7A98-AAFDE0BF41D2}"/>
              </a:ext>
            </a:extLst>
          </p:cNvPr>
          <p:cNvSpPr>
            <a:spLocks noGrp="1"/>
          </p:cNvSpPr>
          <p:nvPr>
            <p:ph type="pic" sz="quarter" idx="13" hasCustomPrompt="1"/>
          </p:nvPr>
        </p:nvSpPr>
        <p:spPr>
          <a:xfrm>
            <a:off x="628650" y="2923402"/>
            <a:ext cx="1828800" cy="553998"/>
          </a:xfrm>
        </p:spPr>
        <p:txBody>
          <a:bodyPr anchor="ctr"/>
          <a:lstStyle>
            <a:lvl1pPr marL="0" indent="0" algn="ctr">
              <a:buFontTx/>
              <a:buNone/>
              <a:defRPr/>
            </a:lvl1pPr>
          </a:lstStyle>
          <a:p>
            <a:r>
              <a:rPr lang="en-US"/>
              <a:t>logo</a:t>
            </a:r>
          </a:p>
        </p:txBody>
      </p:sp>
      <p:sp>
        <p:nvSpPr>
          <p:cNvPr id="9" name="Picture Placeholder 7">
            <a:extLst>
              <a:ext uri="{FF2B5EF4-FFF2-40B4-BE49-F238E27FC236}">
                <a16:creationId xmlns:a16="http://schemas.microsoft.com/office/drawing/2014/main" id="{FD98946E-9C53-F450-A9EB-30D40A9086EA}"/>
              </a:ext>
            </a:extLst>
          </p:cNvPr>
          <p:cNvSpPr>
            <a:spLocks noGrp="1"/>
          </p:cNvSpPr>
          <p:nvPr>
            <p:ph type="pic" sz="quarter" idx="14" hasCustomPrompt="1"/>
          </p:nvPr>
        </p:nvSpPr>
        <p:spPr>
          <a:xfrm>
            <a:off x="2453054" y="2923402"/>
            <a:ext cx="1828800" cy="553998"/>
          </a:xfrm>
        </p:spPr>
        <p:txBody>
          <a:bodyPr anchor="ctr"/>
          <a:lstStyle>
            <a:lvl1pPr marL="0" indent="0" algn="ctr">
              <a:buFontTx/>
              <a:buNone/>
              <a:defRPr/>
            </a:lvl1pPr>
          </a:lstStyle>
          <a:p>
            <a:r>
              <a:rPr lang="en-US"/>
              <a:t>logo</a:t>
            </a:r>
          </a:p>
        </p:txBody>
      </p:sp>
      <p:sp>
        <p:nvSpPr>
          <p:cNvPr id="10" name="Picture Placeholder 7">
            <a:extLst>
              <a:ext uri="{FF2B5EF4-FFF2-40B4-BE49-F238E27FC236}">
                <a16:creationId xmlns:a16="http://schemas.microsoft.com/office/drawing/2014/main" id="{F9E4F941-2208-CAD1-8D43-C09995BFAF06}"/>
              </a:ext>
            </a:extLst>
          </p:cNvPr>
          <p:cNvSpPr>
            <a:spLocks noGrp="1"/>
          </p:cNvSpPr>
          <p:nvPr>
            <p:ph type="pic" sz="quarter" idx="15" hasCustomPrompt="1"/>
          </p:nvPr>
        </p:nvSpPr>
        <p:spPr>
          <a:xfrm>
            <a:off x="4277458" y="2923402"/>
            <a:ext cx="1828800" cy="553998"/>
          </a:xfrm>
        </p:spPr>
        <p:txBody>
          <a:bodyPr anchor="ctr"/>
          <a:lstStyle>
            <a:lvl1pPr marL="0" indent="0" algn="ctr">
              <a:buFontTx/>
              <a:buNone/>
              <a:defRPr/>
            </a:lvl1pPr>
          </a:lstStyle>
          <a:p>
            <a:r>
              <a:rPr lang="en-US"/>
              <a:t>logo</a:t>
            </a:r>
          </a:p>
        </p:txBody>
      </p:sp>
      <p:sp>
        <p:nvSpPr>
          <p:cNvPr id="11" name="Picture Placeholder 7">
            <a:extLst>
              <a:ext uri="{FF2B5EF4-FFF2-40B4-BE49-F238E27FC236}">
                <a16:creationId xmlns:a16="http://schemas.microsoft.com/office/drawing/2014/main" id="{51DAF0F5-4FCB-E7CB-0FEC-7E95569141BC}"/>
              </a:ext>
            </a:extLst>
          </p:cNvPr>
          <p:cNvSpPr>
            <a:spLocks noGrp="1"/>
          </p:cNvSpPr>
          <p:nvPr>
            <p:ph type="pic" sz="quarter" idx="16" hasCustomPrompt="1"/>
          </p:nvPr>
        </p:nvSpPr>
        <p:spPr>
          <a:xfrm>
            <a:off x="6101862" y="2923402"/>
            <a:ext cx="1828800" cy="553998"/>
          </a:xfrm>
        </p:spPr>
        <p:txBody>
          <a:bodyPr anchor="ctr"/>
          <a:lstStyle>
            <a:lvl1pPr marL="0" indent="0" algn="ctr">
              <a:buFontTx/>
              <a:buNone/>
              <a:defRPr/>
            </a:lvl1pPr>
          </a:lstStyle>
          <a:p>
            <a:r>
              <a:rPr lang="en-US"/>
              <a:t>logo</a:t>
            </a:r>
          </a:p>
        </p:txBody>
      </p:sp>
      <p:sp>
        <p:nvSpPr>
          <p:cNvPr id="12" name="Picture Placeholder 7">
            <a:extLst>
              <a:ext uri="{FF2B5EF4-FFF2-40B4-BE49-F238E27FC236}">
                <a16:creationId xmlns:a16="http://schemas.microsoft.com/office/drawing/2014/main" id="{1316D09C-2148-6723-BB8A-C695A2CE31AC}"/>
              </a:ext>
            </a:extLst>
          </p:cNvPr>
          <p:cNvSpPr>
            <a:spLocks noGrp="1"/>
          </p:cNvSpPr>
          <p:nvPr>
            <p:ph type="pic" sz="quarter" idx="17" hasCustomPrompt="1"/>
          </p:nvPr>
        </p:nvSpPr>
        <p:spPr>
          <a:xfrm>
            <a:off x="7926266" y="2923402"/>
            <a:ext cx="1828800" cy="553998"/>
          </a:xfrm>
        </p:spPr>
        <p:txBody>
          <a:bodyPr anchor="ctr"/>
          <a:lstStyle>
            <a:lvl1pPr marL="0" indent="0" algn="ctr">
              <a:buFontTx/>
              <a:buNone/>
              <a:defRPr/>
            </a:lvl1pPr>
          </a:lstStyle>
          <a:p>
            <a:r>
              <a:rPr lang="en-US"/>
              <a:t>logo</a:t>
            </a:r>
          </a:p>
        </p:txBody>
      </p:sp>
      <p:sp>
        <p:nvSpPr>
          <p:cNvPr id="13" name="Picture Placeholder 7">
            <a:extLst>
              <a:ext uri="{FF2B5EF4-FFF2-40B4-BE49-F238E27FC236}">
                <a16:creationId xmlns:a16="http://schemas.microsoft.com/office/drawing/2014/main" id="{895D6780-18DE-B9A4-F867-DDF4E9155D7F}"/>
              </a:ext>
            </a:extLst>
          </p:cNvPr>
          <p:cNvSpPr>
            <a:spLocks noGrp="1"/>
          </p:cNvSpPr>
          <p:nvPr>
            <p:ph type="pic" sz="quarter" idx="18" hasCustomPrompt="1"/>
          </p:nvPr>
        </p:nvSpPr>
        <p:spPr>
          <a:xfrm>
            <a:off x="9750668" y="2923402"/>
            <a:ext cx="1828800" cy="553998"/>
          </a:xfrm>
        </p:spPr>
        <p:txBody>
          <a:bodyPr anchor="ctr"/>
          <a:lstStyle>
            <a:lvl1pPr marL="0" indent="0" algn="ctr">
              <a:buFontTx/>
              <a:buNone/>
              <a:defRPr/>
            </a:lvl1pPr>
          </a:lstStyle>
          <a:p>
            <a:r>
              <a:rPr lang="en-US"/>
              <a:t>logo</a:t>
            </a:r>
          </a:p>
        </p:txBody>
      </p:sp>
      <p:sp>
        <p:nvSpPr>
          <p:cNvPr id="15" name="Picture Placeholder 7">
            <a:extLst>
              <a:ext uri="{FF2B5EF4-FFF2-40B4-BE49-F238E27FC236}">
                <a16:creationId xmlns:a16="http://schemas.microsoft.com/office/drawing/2014/main" id="{E60BA8C7-DB21-47B3-80B8-C14450341AE2}"/>
              </a:ext>
            </a:extLst>
          </p:cNvPr>
          <p:cNvSpPr>
            <a:spLocks noGrp="1"/>
          </p:cNvSpPr>
          <p:nvPr>
            <p:ph type="pic" sz="quarter" idx="19" hasCustomPrompt="1"/>
          </p:nvPr>
        </p:nvSpPr>
        <p:spPr>
          <a:xfrm>
            <a:off x="628650" y="4752202"/>
            <a:ext cx="1828800" cy="553998"/>
          </a:xfrm>
        </p:spPr>
        <p:txBody>
          <a:bodyPr anchor="ctr"/>
          <a:lstStyle>
            <a:lvl1pPr marL="0" indent="0" algn="ctr">
              <a:buFontTx/>
              <a:buNone/>
              <a:defRPr/>
            </a:lvl1pPr>
          </a:lstStyle>
          <a:p>
            <a:r>
              <a:rPr lang="en-US"/>
              <a:t>logo</a:t>
            </a:r>
          </a:p>
        </p:txBody>
      </p:sp>
      <p:sp>
        <p:nvSpPr>
          <p:cNvPr id="16" name="Picture Placeholder 7">
            <a:extLst>
              <a:ext uri="{FF2B5EF4-FFF2-40B4-BE49-F238E27FC236}">
                <a16:creationId xmlns:a16="http://schemas.microsoft.com/office/drawing/2014/main" id="{A9277D05-F402-0928-6507-BF618C92F1D2}"/>
              </a:ext>
            </a:extLst>
          </p:cNvPr>
          <p:cNvSpPr>
            <a:spLocks noGrp="1"/>
          </p:cNvSpPr>
          <p:nvPr>
            <p:ph type="pic" sz="quarter" idx="20" hasCustomPrompt="1"/>
          </p:nvPr>
        </p:nvSpPr>
        <p:spPr>
          <a:xfrm>
            <a:off x="2453054" y="4752202"/>
            <a:ext cx="1828800" cy="553998"/>
          </a:xfrm>
        </p:spPr>
        <p:txBody>
          <a:bodyPr anchor="ctr"/>
          <a:lstStyle>
            <a:lvl1pPr marL="0" indent="0" algn="ctr">
              <a:buFontTx/>
              <a:buNone/>
              <a:defRPr/>
            </a:lvl1pPr>
          </a:lstStyle>
          <a:p>
            <a:r>
              <a:rPr lang="en-US"/>
              <a:t>logo</a:t>
            </a:r>
          </a:p>
        </p:txBody>
      </p:sp>
      <p:sp>
        <p:nvSpPr>
          <p:cNvPr id="17" name="Picture Placeholder 7">
            <a:extLst>
              <a:ext uri="{FF2B5EF4-FFF2-40B4-BE49-F238E27FC236}">
                <a16:creationId xmlns:a16="http://schemas.microsoft.com/office/drawing/2014/main" id="{644E2AF2-1E47-86C8-55D3-88AE40286266}"/>
              </a:ext>
            </a:extLst>
          </p:cNvPr>
          <p:cNvSpPr>
            <a:spLocks noGrp="1"/>
          </p:cNvSpPr>
          <p:nvPr>
            <p:ph type="pic" sz="quarter" idx="21" hasCustomPrompt="1"/>
          </p:nvPr>
        </p:nvSpPr>
        <p:spPr>
          <a:xfrm>
            <a:off x="4277458" y="4752202"/>
            <a:ext cx="1828800" cy="553998"/>
          </a:xfrm>
        </p:spPr>
        <p:txBody>
          <a:bodyPr anchor="ctr"/>
          <a:lstStyle>
            <a:lvl1pPr marL="0" indent="0" algn="ctr">
              <a:buFontTx/>
              <a:buNone/>
              <a:defRPr/>
            </a:lvl1pPr>
          </a:lstStyle>
          <a:p>
            <a:r>
              <a:rPr lang="en-US"/>
              <a:t>logo</a:t>
            </a:r>
          </a:p>
        </p:txBody>
      </p:sp>
      <p:sp>
        <p:nvSpPr>
          <p:cNvPr id="18" name="Picture Placeholder 7">
            <a:extLst>
              <a:ext uri="{FF2B5EF4-FFF2-40B4-BE49-F238E27FC236}">
                <a16:creationId xmlns:a16="http://schemas.microsoft.com/office/drawing/2014/main" id="{76B60325-75B5-5363-86A6-96227582A5FE}"/>
              </a:ext>
            </a:extLst>
          </p:cNvPr>
          <p:cNvSpPr>
            <a:spLocks noGrp="1"/>
          </p:cNvSpPr>
          <p:nvPr>
            <p:ph type="pic" sz="quarter" idx="22" hasCustomPrompt="1"/>
          </p:nvPr>
        </p:nvSpPr>
        <p:spPr>
          <a:xfrm>
            <a:off x="6101862" y="4752202"/>
            <a:ext cx="1828800" cy="553998"/>
          </a:xfrm>
        </p:spPr>
        <p:txBody>
          <a:bodyPr anchor="ctr"/>
          <a:lstStyle>
            <a:lvl1pPr marL="0" indent="0" algn="ctr">
              <a:buFontTx/>
              <a:buNone/>
              <a:defRPr/>
            </a:lvl1pPr>
          </a:lstStyle>
          <a:p>
            <a:r>
              <a:rPr lang="en-US"/>
              <a:t>logo</a:t>
            </a:r>
          </a:p>
        </p:txBody>
      </p:sp>
      <p:sp>
        <p:nvSpPr>
          <p:cNvPr id="19" name="Picture Placeholder 7">
            <a:extLst>
              <a:ext uri="{FF2B5EF4-FFF2-40B4-BE49-F238E27FC236}">
                <a16:creationId xmlns:a16="http://schemas.microsoft.com/office/drawing/2014/main" id="{8209C54F-CC0A-DDDD-61B7-D916AA6E5931}"/>
              </a:ext>
            </a:extLst>
          </p:cNvPr>
          <p:cNvSpPr>
            <a:spLocks noGrp="1"/>
          </p:cNvSpPr>
          <p:nvPr>
            <p:ph type="pic" sz="quarter" idx="23" hasCustomPrompt="1"/>
          </p:nvPr>
        </p:nvSpPr>
        <p:spPr>
          <a:xfrm>
            <a:off x="7926266" y="4752202"/>
            <a:ext cx="1828800" cy="553998"/>
          </a:xfrm>
        </p:spPr>
        <p:txBody>
          <a:bodyPr anchor="ctr"/>
          <a:lstStyle>
            <a:lvl1pPr marL="0" indent="0" algn="ctr">
              <a:buFontTx/>
              <a:buNone/>
              <a:defRPr/>
            </a:lvl1pPr>
          </a:lstStyle>
          <a:p>
            <a:r>
              <a:rPr lang="en-US"/>
              <a:t>logo</a:t>
            </a:r>
          </a:p>
        </p:txBody>
      </p:sp>
      <p:sp>
        <p:nvSpPr>
          <p:cNvPr id="20" name="Picture Placeholder 7">
            <a:extLst>
              <a:ext uri="{FF2B5EF4-FFF2-40B4-BE49-F238E27FC236}">
                <a16:creationId xmlns:a16="http://schemas.microsoft.com/office/drawing/2014/main" id="{76E603C1-A503-A712-FEF4-044D059389A3}"/>
              </a:ext>
            </a:extLst>
          </p:cNvPr>
          <p:cNvSpPr>
            <a:spLocks noGrp="1"/>
          </p:cNvSpPr>
          <p:nvPr>
            <p:ph type="pic" sz="quarter" idx="24" hasCustomPrompt="1"/>
          </p:nvPr>
        </p:nvSpPr>
        <p:spPr>
          <a:xfrm>
            <a:off x="9750668" y="4752202"/>
            <a:ext cx="1828800" cy="553998"/>
          </a:xfrm>
        </p:spPr>
        <p:txBody>
          <a:bodyPr anchor="ctr"/>
          <a:lstStyle>
            <a:lvl1pPr marL="0" indent="0" algn="ctr">
              <a:buFontTx/>
              <a:buNone/>
              <a:defRPr/>
            </a:lvl1pPr>
          </a:lstStyle>
          <a:p>
            <a:r>
              <a:rPr lang="en-US"/>
              <a:t>logo</a:t>
            </a:r>
          </a:p>
        </p:txBody>
      </p:sp>
      <p:sp>
        <p:nvSpPr>
          <p:cNvPr id="25" name="Text Placeholder 23">
            <a:extLst>
              <a:ext uri="{FF2B5EF4-FFF2-40B4-BE49-F238E27FC236}">
                <a16:creationId xmlns:a16="http://schemas.microsoft.com/office/drawing/2014/main" id="{3B21458F-C459-0F86-7AAD-826B72BB7639}"/>
              </a:ext>
            </a:extLst>
          </p:cNvPr>
          <p:cNvSpPr>
            <a:spLocks noGrp="1"/>
          </p:cNvSpPr>
          <p:nvPr>
            <p:ph type="body" sz="quarter" idx="25"/>
          </p:nvPr>
        </p:nvSpPr>
        <p:spPr>
          <a:xfrm>
            <a:off x="609601" y="685800"/>
            <a:ext cx="10969625" cy="685800"/>
          </a:xfrm>
        </p:spPr>
        <p:txBody>
          <a:bodyPr>
            <a:normAutofit/>
          </a:bodyPr>
          <a:lstStyle>
            <a:lvl1pPr marL="0" indent="0" algn="ctr">
              <a:buFontTx/>
              <a:buNone/>
              <a:defRPr sz="3998" b="0" i="0">
                <a:latin typeface="Segoe UI Semilight" panose="020B0402040204020203" pitchFamily="34" charset="0"/>
                <a:cs typeface="Segoe UI Semilight" panose="020B0402040204020203" pitchFamily="34" charset="0"/>
              </a:defRPr>
            </a:lvl1pPr>
            <a:lvl2pPr marL="457017" indent="0">
              <a:buFontTx/>
              <a:buNone/>
              <a:defRPr/>
            </a:lvl2pPr>
            <a:lvl3pPr marL="914034" indent="0">
              <a:buFontTx/>
              <a:buNone/>
              <a:defRPr/>
            </a:lvl3pPr>
            <a:lvl4pPr marL="1371051" indent="0">
              <a:buFontTx/>
              <a:buNone/>
              <a:defRPr/>
            </a:lvl4pPr>
            <a:lvl5pPr marL="1828068" indent="0">
              <a:buFontTx/>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24AE740D-78B5-0788-33D5-ABA0471233DC}"/>
              </a:ext>
            </a:extLst>
          </p:cNvPr>
          <p:cNvSpPr>
            <a:spLocks noGrp="1"/>
          </p:cNvSpPr>
          <p:nvPr>
            <p:ph type="body" sz="quarter" idx="26"/>
          </p:nvPr>
        </p:nvSpPr>
        <p:spPr>
          <a:xfrm>
            <a:off x="609601" y="1371600"/>
            <a:ext cx="10969625" cy="457200"/>
          </a:xfrm>
        </p:spPr>
        <p:txBody>
          <a:bodyPr>
            <a:normAutofit/>
          </a:bodyPr>
          <a:lstStyle>
            <a:lvl1pPr marL="0" indent="0" algn="ctr">
              <a:buFontTx/>
              <a:buNone/>
              <a:defRPr sz="1399" b="0" i="0">
                <a:latin typeface="Segoe UI" panose="020B0502040204020203" pitchFamily="34" charset="0"/>
                <a:cs typeface="Segoe UI" panose="020B05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3562984408"/>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image" Target="../media/image4.svg"/><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heme" Target="../theme/theme2.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9.xml"/><Relationship Id="rId1"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image" Target="../media/image4.sv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theme" Target="../theme/theme4.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10/14/2026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5236867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70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147" userDrawn="1">
          <p15:clr>
            <a:srgbClr val="F26B43"/>
          </p15:clr>
        </p15:guide>
        <p15:guide id="4" pos="608" userDrawn="1">
          <p15:clr>
            <a:srgbClr val="F26B43"/>
          </p15:clr>
        </p15:guide>
        <p15:guide id="5" pos="1070" userDrawn="1">
          <p15:clr>
            <a:srgbClr val="F26B43"/>
          </p15:clr>
        </p15:guide>
        <p15:guide id="6" pos="1531" userDrawn="1">
          <p15:clr>
            <a:srgbClr val="F26B43"/>
          </p15:clr>
        </p15:guide>
        <p15:guide id="7" pos="1993" userDrawn="1">
          <p15:clr>
            <a:srgbClr val="F26B43"/>
          </p15:clr>
        </p15:guide>
        <p15:guide id="8" pos="2455" userDrawn="1">
          <p15:clr>
            <a:srgbClr val="F26B43"/>
          </p15:clr>
        </p15:guide>
        <p15:guide id="9" pos="2916" userDrawn="1">
          <p15:clr>
            <a:srgbClr val="F26B43"/>
          </p15:clr>
        </p15:guide>
        <p15:guide id="10" pos="3378" userDrawn="1">
          <p15:clr>
            <a:srgbClr val="F26B43"/>
          </p15:clr>
        </p15:guide>
        <p15:guide id="11" pos="3840" userDrawn="1">
          <p15:clr>
            <a:srgbClr val="F26B43"/>
          </p15:clr>
        </p15:guide>
        <p15:guide id="12" pos="4301" userDrawn="1">
          <p15:clr>
            <a:srgbClr val="F26B43"/>
          </p15:clr>
        </p15:guide>
        <p15:guide id="13" pos="4763" userDrawn="1">
          <p15:clr>
            <a:srgbClr val="F26B43"/>
          </p15:clr>
        </p15:guide>
        <p15:guide id="14" pos="5224" userDrawn="1">
          <p15:clr>
            <a:srgbClr val="F26B43"/>
          </p15:clr>
        </p15:guide>
        <p15:guide id="15" pos="5686" userDrawn="1">
          <p15:clr>
            <a:srgbClr val="F26B43"/>
          </p15:clr>
        </p15:guide>
        <p15:guide id="16" pos="6148" userDrawn="1">
          <p15:clr>
            <a:srgbClr val="F26B43"/>
          </p15:clr>
        </p15:guide>
        <p15:guide id="17" pos="6610" userDrawn="1">
          <p15:clr>
            <a:srgbClr val="F26B43"/>
          </p15:clr>
        </p15:guide>
        <p15:guide id="18" pos="7071" userDrawn="1">
          <p15:clr>
            <a:srgbClr val="F26B43"/>
          </p15:clr>
        </p15:guide>
        <p15:guide id="19" pos="7533" userDrawn="1">
          <p15:clr>
            <a:srgbClr val="F26B43"/>
          </p15:clr>
        </p15:guide>
        <p15:guide id="20" orient="horz" userDrawn="1">
          <p15:clr>
            <a:srgbClr val="F26B43"/>
          </p15:clr>
        </p15:guide>
        <p15:guide id="21" orient="horz" pos="4320" userDrawn="1">
          <p15:clr>
            <a:srgbClr val="F26B43"/>
          </p15:clr>
        </p15:guide>
        <p15:guide id="22" orient="horz" pos="240" userDrawn="1">
          <p15:clr>
            <a:srgbClr val="F26B43"/>
          </p15:clr>
        </p15:guide>
        <p15:guide id="23" orient="horz" pos="720" userDrawn="1">
          <p15:clr>
            <a:srgbClr val="F26B43"/>
          </p15:clr>
        </p15:guide>
        <p15:guide id="24" orient="horz" pos="1200" userDrawn="1">
          <p15:clr>
            <a:srgbClr val="F26B43"/>
          </p15:clr>
        </p15:guide>
        <p15:guide id="25" orient="horz" pos="1680" userDrawn="1">
          <p15:clr>
            <a:srgbClr val="F26B43"/>
          </p15:clr>
        </p15:guide>
        <p15:guide id="26" orient="horz" pos="2160" userDrawn="1">
          <p15:clr>
            <a:srgbClr val="F26B43"/>
          </p15:clr>
        </p15:guide>
        <p15:guide id="27" orient="horz" pos="2640" userDrawn="1">
          <p15:clr>
            <a:srgbClr val="F26B43"/>
          </p15:clr>
        </p15:guide>
        <p15:guide id="28" orient="horz" pos="3120" userDrawn="1">
          <p15:clr>
            <a:srgbClr val="F26B43"/>
          </p15:clr>
        </p15:guide>
        <p15:guide id="29" orient="horz" pos="3600" userDrawn="1">
          <p15:clr>
            <a:srgbClr val="F26B43"/>
          </p15:clr>
        </p15:guide>
        <p15:guide id="30" orient="horz" pos="40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70860-B881-5122-E137-8711CB0D6B02}"/>
              </a:ext>
            </a:extLst>
          </p:cNvPr>
          <p:cNvSpPr>
            <a:spLocks noGrp="1"/>
          </p:cNvSpPr>
          <p:nvPr>
            <p:ph type="title"/>
          </p:nvPr>
        </p:nvSpPr>
        <p:spPr>
          <a:xfrm>
            <a:off x="549274" y="472440"/>
            <a:ext cx="11089218" cy="4572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606F1A1-1586-42EF-9CA2-16F10CD83DF7}"/>
              </a:ext>
            </a:extLst>
          </p:cNvPr>
          <p:cNvSpPr>
            <a:spLocks noGrp="1"/>
          </p:cNvSpPr>
          <p:nvPr>
            <p:ph type="body" idx="1"/>
          </p:nvPr>
        </p:nvSpPr>
        <p:spPr>
          <a:xfrm>
            <a:off x="549274" y="1638301"/>
            <a:ext cx="11093451" cy="45339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110BB91-0DF2-F86D-A282-C050CAF65527}"/>
              </a:ext>
            </a:extLst>
          </p:cNvPr>
          <p:cNvSpPr>
            <a:spLocks noGrp="1"/>
          </p:cNvSpPr>
          <p:nvPr>
            <p:ph type="ftr" sz="quarter" idx="3"/>
          </p:nvPr>
        </p:nvSpPr>
        <p:spPr>
          <a:xfrm>
            <a:off x="549274" y="6341190"/>
            <a:ext cx="5480051" cy="246221"/>
          </a:xfrm>
          <a:prstGeom prst="rect">
            <a:avLst/>
          </a:prstGeom>
        </p:spPr>
        <p:txBody>
          <a:bodyPr vert="horz" wrap="square" lIns="0" tIns="45720" rIns="0" bIns="45720" rtlCol="0" anchor="ctr">
            <a:spAutoFit/>
          </a:bodyPr>
          <a:lstStyle>
            <a:lvl1pPr algn="l">
              <a:defRPr sz="1000">
                <a:solidFill>
                  <a:schemeClr val="tx1">
                    <a:lumMod val="50000"/>
                    <a:lumOff val="50000"/>
                  </a:schemeClr>
                </a:solidFill>
              </a:defRPr>
            </a:lvl1pPr>
          </a:lstStyle>
          <a:p>
            <a:pPr>
              <a:defRPr/>
            </a:pPr>
            <a:r>
              <a:rPr lang="en-US">
                <a:solidFill>
                  <a:prstClr val="black">
                    <a:lumMod val="50000"/>
                    <a:lumOff val="50000"/>
                  </a:prstClr>
                </a:solidFill>
              </a:rPr>
              <a:t>Modern Work Enablement</a:t>
            </a:r>
          </a:p>
        </p:txBody>
      </p:sp>
      <p:sp>
        <p:nvSpPr>
          <p:cNvPr id="6" name="Slide Number Placeholder 5">
            <a:extLst>
              <a:ext uri="{FF2B5EF4-FFF2-40B4-BE49-F238E27FC236}">
                <a16:creationId xmlns:a16="http://schemas.microsoft.com/office/drawing/2014/main" id="{78227534-F4D4-095D-03EE-12A9688346D0}"/>
              </a:ext>
            </a:extLst>
          </p:cNvPr>
          <p:cNvSpPr>
            <a:spLocks noGrp="1"/>
          </p:cNvSpPr>
          <p:nvPr>
            <p:ph type="sldNum" sz="quarter" idx="4"/>
          </p:nvPr>
        </p:nvSpPr>
        <p:spPr>
          <a:xfrm>
            <a:off x="9904413" y="6331904"/>
            <a:ext cx="1734079" cy="246221"/>
          </a:xfrm>
          <a:prstGeom prst="rect">
            <a:avLst/>
          </a:prstGeom>
        </p:spPr>
        <p:txBody>
          <a:bodyPr vert="horz" wrap="square" lIns="0" tIns="45720" rIns="0" bIns="45720" rtlCol="0" anchor="ctr">
            <a:spAutoFit/>
          </a:bodyPr>
          <a:lstStyle>
            <a:lvl1pPr algn="r">
              <a:defRPr sz="1000">
                <a:solidFill>
                  <a:schemeClr val="tx1">
                    <a:lumMod val="50000"/>
                    <a:lumOff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pic>
        <p:nvPicPr>
          <p:cNvPr id="7" name="Graphic 6">
            <a:extLst>
              <a:ext uri="{FF2B5EF4-FFF2-40B4-BE49-F238E27FC236}">
                <a16:creationId xmlns:a16="http://schemas.microsoft.com/office/drawing/2014/main" id="{3BAC4348-B8BB-E69B-E197-7B5B8B4EF1F3}"/>
              </a:ext>
            </a:extLst>
          </p:cNvPr>
          <p:cNvPicPr>
            <a:picLocks noChangeAspect="1"/>
          </p:cNvPicPr>
          <p:nvPr/>
        </p:nvPicPr>
        <p:blipFill>
          <a:blip>
            <a:extLst>
              <a:ext uri="{96DAC541-7B7A-43D3-8B79-37D633B846F1}">
                <asvg:svgBlip xmlns:asvg="http://schemas.microsoft.com/office/drawing/2016/SVG/main" r:embed="rId25"/>
              </a:ext>
            </a:extLst>
          </a:blip>
          <a:srcRect/>
          <a:stretch/>
        </p:blipFill>
        <p:spPr>
          <a:xfrm rot="5400000">
            <a:off x="10097704" y="2163762"/>
            <a:ext cx="5409405" cy="1081881"/>
          </a:xfrm>
          <a:prstGeom prst="rect">
            <a:avLst/>
          </a:prstGeom>
        </p:spPr>
      </p:pic>
      <p:sp>
        <p:nvSpPr>
          <p:cNvPr id="20" name="Rectangle 19">
            <a:extLst>
              <a:ext uri="{FF2B5EF4-FFF2-40B4-BE49-F238E27FC236}">
                <a16:creationId xmlns:a16="http://schemas.microsoft.com/office/drawing/2014/main" id="{390E478A-0CF1-92BB-6544-671F49FC183A}"/>
              </a:ext>
              <a:ext uri="{C183D7F6-B498-43B3-948B-1728B52AA6E4}">
                <adec:decorative xmlns:adec="http://schemas.microsoft.com/office/drawing/2017/decorative" val="1"/>
              </a:ext>
            </a:extLst>
          </p:cNvPr>
          <p:cNvSpPr/>
          <p:nvPr/>
        </p:nvSpPr>
        <p:spPr>
          <a:xfrm>
            <a:off x="0" y="6720840"/>
            <a:ext cx="12192000" cy="13716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291828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30" r:id="rId23"/>
  </p:sldLayoutIdLst>
  <p:hf hdr="0" dt="0"/>
  <p:txStyles>
    <p:titleStyle>
      <a:lvl1pPr algn="l" defTabSz="914400" rtl="0" eaLnBrk="1" latinLnBrk="0" hangingPunct="1">
        <a:lnSpc>
          <a:spcPct val="90000"/>
        </a:lnSpc>
        <a:spcBef>
          <a:spcPct val="0"/>
        </a:spcBef>
        <a:buNone/>
        <a:defRPr sz="4200" b="1" i="0" kern="1200" spc="-70" baseline="0">
          <a:solidFill>
            <a:schemeClr val="tx1"/>
          </a:solidFill>
          <a:latin typeface="Segoe Sans Display Semibold" pitchFamily="2" charset="0"/>
          <a:ea typeface="+mj-ea"/>
          <a:cs typeface="Segoe Sans Display Semibold" pitchFamily="2" charset="0"/>
        </a:defRPr>
      </a:lvl1pPr>
    </p:titleStyle>
    <p:bodyStyle>
      <a:lvl1pPr marL="0" indent="0" algn="l" defTabSz="914400" rtl="0" eaLnBrk="1" latinLnBrk="0" hangingPunct="1">
        <a:lnSpc>
          <a:spcPct val="90000"/>
        </a:lnSpc>
        <a:spcBef>
          <a:spcPts val="1200"/>
        </a:spcBef>
        <a:spcAft>
          <a:spcPts val="600"/>
        </a:spcAft>
        <a:buFont typeface="Arial" panose="020B0604020202020204" pitchFamily="34" charset="0"/>
        <a:buNone/>
        <a:defRPr sz="2600" kern="2000" spc="-50" baseline="0">
          <a:solidFill>
            <a:schemeClr val="tx1"/>
          </a:solidFill>
          <a:latin typeface="Segoe Sans Display" pitchFamily="2" charset="0"/>
          <a:ea typeface="+mn-ea"/>
          <a:cs typeface="Segoe Sans Display" pitchFamily="2" charset="0"/>
        </a:defRPr>
      </a:lvl1pPr>
      <a:lvl2pPr marL="0" indent="0" algn="l" defTabSz="914400" rtl="0" eaLnBrk="1" latinLnBrk="0" hangingPunct="1">
        <a:lnSpc>
          <a:spcPct val="90000"/>
        </a:lnSpc>
        <a:spcBef>
          <a:spcPts val="600"/>
        </a:spcBef>
        <a:spcAft>
          <a:spcPts val="600"/>
        </a:spcAft>
        <a:buFont typeface="Arial" panose="020B0604020202020204" pitchFamily="34" charset="0"/>
        <a:buNone/>
        <a:defRPr sz="2600" kern="2000" spc="-50" baseline="0">
          <a:solidFill>
            <a:schemeClr val="tx1"/>
          </a:solidFill>
          <a:latin typeface="Segoe Sans Display" pitchFamily="2" charset="0"/>
          <a:ea typeface="+mn-ea"/>
          <a:cs typeface="Segoe Sans Display" pitchFamily="2" charset="0"/>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baseline="0">
          <a:solidFill>
            <a:schemeClr val="tx1"/>
          </a:solidFill>
          <a:latin typeface="Segoe Sans Display" pitchFamily="2" charset="0"/>
          <a:ea typeface="+mn-ea"/>
          <a:cs typeface="Segoe Sans Display" pitchFamily="2" charset="0"/>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Segoe Sans Display" pitchFamily="2" charset="0"/>
          <a:ea typeface="+mn-ea"/>
          <a:cs typeface="Segoe Sans Display" pitchFamily="2" charset="0"/>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Segoe Sans Display" pitchFamily="2" charset="0"/>
          <a:ea typeface="+mn-ea"/>
          <a:cs typeface="Segoe Sans Display"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46">
          <p15:clr>
            <a:srgbClr val="F26B43"/>
          </p15:clr>
        </p15:guide>
        <p15:guide id="3" pos="7334">
          <p15:clr>
            <a:srgbClr val="F26B43"/>
          </p15:clr>
        </p15:guide>
        <p15:guide id="4" orient="horz" pos="2160">
          <p15:clr>
            <a:srgbClr val="F26B43"/>
          </p15:clr>
        </p15:guide>
        <p15:guide id="5" orient="horz" pos="346">
          <p15:clr>
            <a:srgbClr val="F26B43"/>
          </p15:clr>
        </p15:guide>
        <p15:guide id="6" orient="horz" pos="3888">
          <p15:clr>
            <a:srgbClr val="F26B43"/>
          </p15:clr>
        </p15:guide>
        <p15:guide id="7" pos="3798">
          <p15:clr>
            <a:srgbClr val="5ACBF0"/>
          </p15:clr>
        </p15:guide>
        <p15:guide id="8" pos="2702">
          <p15:clr>
            <a:srgbClr val="5ACBF0"/>
          </p15:clr>
        </p15:guide>
        <p15:guide id="9" pos="2618">
          <p15:clr>
            <a:srgbClr val="5ACBF0"/>
          </p15:clr>
        </p15:guide>
        <p15:guide id="10" pos="1524">
          <p15:clr>
            <a:srgbClr val="5ACBF0"/>
          </p15:clr>
        </p15:guide>
        <p15:guide id="11" pos="1439">
          <p15:clr>
            <a:srgbClr val="5ACBF0"/>
          </p15:clr>
        </p15:guide>
        <p15:guide id="12" pos="3881">
          <p15:clr>
            <a:srgbClr val="5ACBF0"/>
          </p15:clr>
        </p15:guide>
        <p15:guide id="13" pos="4976">
          <p15:clr>
            <a:srgbClr val="5ACBF0"/>
          </p15:clr>
        </p15:guide>
        <p15:guide id="14" pos="5061">
          <p15:clr>
            <a:srgbClr val="5ACBF0"/>
          </p15:clr>
        </p15:guide>
        <p15:guide id="15" pos="6155">
          <p15:clr>
            <a:srgbClr val="5ACBF0"/>
          </p15:clr>
        </p15:guide>
        <p15:guide id="16" pos="6239">
          <p15:clr>
            <a:srgbClr val="5ACBF0"/>
          </p15:clr>
        </p15:guide>
        <p15:guide id="17" pos="2027">
          <p15:clr>
            <a:srgbClr val="FBAE40"/>
          </p15:clr>
        </p15:guide>
        <p15:guide id="18" pos="2114">
          <p15:clr>
            <a:srgbClr val="FBAE40"/>
          </p15:clr>
        </p15:guide>
        <p15:guide id="19" pos="5564">
          <p15:clr>
            <a:srgbClr val="FBAE40"/>
          </p15:clr>
        </p15:guide>
        <p15:guide id="20" pos="5652">
          <p15:clr>
            <a:srgbClr val="FBAE40"/>
          </p15:clr>
        </p15:guide>
        <p15:guide id="21" orient="horz" pos="947">
          <p15:clr>
            <a:srgbClr val="F26B43"/>
          </p15:clr>
        </p15:guide>
        <p15:guide id="22" orient="horz" pos="1032">
          <p15:clr>
            <a:srgbClr val="F26B43"/>
          </p15:clr>
        </p15:guide>
        <p15:guide id="23" orient="horz" pos="423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6253996"/>
      </p:ext>
    </p:extLst>
  </p:cSld>
  <p:clrMap bg1="lt1" tx1="dk1" bg2="lt2" tx2="dk2" accent1="accent1" accent2="accent2" accent3="accent3" accent4="accent4" accent5="accent5" accent6="accent6" hlink="hlink" folHlink="folHlink"/>
  <p:sldLayoutIdLst>
    <p:sldLayoutId id="2147483709" r:id="rId1"/>
    <p:sldLayoutId id="2147483710" r:id="rId2"/>
  </p:sldLayoutIdLst>
  <p:txStyles>
    <p:titleStyle>
      <a:lvl1pPr algn="l" defTabSz="559247" rtl="0" eaLnBrk="1" latinLnBrk="0" hangingPunct="1">
        <a:lnSpc>
          <a:spcPct val="90000"/>
        </a:lnSpc>
        <a:spcBef>
          <a:spcPct val="0"/>
        </a:spcBef>
        <a:buNone/>
        <a:defRPr sz="2691" b="0" i="0" kern="1200">
          <a:solidFill>
            <a:schemeClr val="tx1"/>
          </a:solidFill>
          <a:latin typeface="Segoe Sans Text" pitchFamily="2" charset="0"/>
          <a:ea typeface="+mj-ea"/>
          <a:cs typeface="Segoe Sans Text" pitchFamily="2" charset="0"/>
        </a:defRPr>
      </a:lvl1pPr>
    </p:titleStyle>
    <p:bodyStyle>
      <a:lvl1pPr marL="139812" indent="-139812" algn="l" defTabSz="559247" rtl="0" eaLnBrk="1" latinLnBrk="0" hangingPunct="1">
        <a:lnSpc>
          <a:spcPct val="90000"/>
        </a:lnSpc>
        <a:spcBef>
          <a:spcPts val="612"/>
        </a:spcBef>
        <a:buFont typeface="Arial" panose="020B0604020202020204" pitchFamily="34" charset="0"/>
        <a:buChar char="•"/>
        <a:defRPr sz="1712" b="0" i="0" kern="1200">
          <a:solidFill>
            <a:schemeClr val="tx1"/>
          </a:solidFill>
          <a:latin typeface="Segoe Sans Text" pitchFamily="2" charset="0"/>
          <a:ea typeface="+mn-ea"/>
          <a:cs typeface="Segoe Sans Text" pitchFamily="2" charset="0"/>
        </a:defRPr>
      </a:lvl1pPr>
      <a:lvl2pPr marL="419435" indent="-139812" algn="l" defTabSz="559247" rtl="0" eaLnBrk="1" latinLnBrk="0" hangingPunct="1">
        <a:lnSpc>
          <a:spcPct val="90000"/>
        </a:lnSpc>
        <a:spcBef>
          <a:spcPts val="306"/>
        </a:spcBef>
        <a:buFont typeface="Arial" panose="020B0604020202020204" pitchFamily="34" charset="0"/>
        <a:buChar char="•"/>
        <a:defRPr sz="1468" b="0" i="0" kern="1200">
          <a:solidFill>
            <a:schemeClr val="tx1"/>
          </a:solidFill>
          <a:latin typeface="Segoe Sans Text" pitchFamily="2" charset="0"/>
          <a:ea typeface="+mn-ea"/>
          <a:cs typeface="Segoe Sans Text" pitchFamily="2" charset="0"/>
        </a:defRPr>
      </a:lvl2pPr>
      <a:lvl3pPr marL="699059" indent="-139812" algn="l" defTabSz="559247" rtl="0" eaLnBrk="1" latinLnBrk="0" hangingPunct="1">
        <a:lnSpc>
          <a:spcPct val="90000"/>
        </a:lnSpc>
        <a:spcBef>
          <a:spcPts val="306"/>
        </a:spcBef>
        <a:buFont typeface="Arial" panose="020B0604020202020204" pitchFamily="34" charset="0"/>
        <a:buChar char="•"/>
        <a:defRPr sz="1223" b="0" i="0" kern="1200">
          <a:solidFill>
            <a:schemeClr val="tx1"/>
          </a:solidFill>
          <a:latin typeface="Segoe Sans Text" pitchFamily="2" charset="0"/>
          <a:ea typeface="+mn-ea"/>
          <a:cs typeface="Segoe Sans Text" pitchFamily="2" charset="0"/>
        </a:defRPr>
      </a:lvl3pPr>
      <a:lvl4pPr marL="978682" indent="-139812" algn="l" defTabSz="559247" rtl="0" eaLnBrk="1" latinLnBrk="0" hangingPunct="1">
        <a:lnSpc>
          <a:spcPct val="90000"/>
        </a:lnSpc>
        <a:spcBef>
          <a:spcPts val="306"/>
        </a:spcBef>
        <a:buFont typeface="Arial" panose="020B0604020202020204" pitchFamily="34" charset="0"/>
        <a:buChar char="•"/>
        <a:defRPr sz="1101" b="0" i="0" kern="1200">
          <a:solidFill>
            <a:schemeClr val="tx1"/>
          </a:solidFill>
          <a:latin typeface="Segoe Sans Text" pitchFamily="2" charset="0"/>
          <a:ea typeface="+mn-ea"/>
          <a:cs typeface="Segoe Sans Text" pitchFamily="2" charset="0"/>
        </a:defRPr>
      </a:lvl4pPr>
      <a:lvl5pPr marL="1258306" indent="-139812" algn="l" defTabSz="559247" rtl="0" eaLnBrk="1" latinLnBrk="0" hangingPunct="1">
        <a:lnSpc>
          <a:spcPct val="90000"/>
        </a:lnSpc>
        <a:spcBef>
          <a:spcPts val="306"/>
        </a:spcBef>
        <a:buFont typeface="Arial" panose="020B0604020202020204" pitchFamily="34" charset="0"/>
        <a:buChar char="•"/>
        <a:defRPr sz="1101" b="0" i="0" kern="1200">
          <a:solidFill>
            <a:schemeClr val="tx1"/>
          </a:solidFill>
          <a:latin typeface="Segoe Sans Text" pitchFamily="2" charset="0"/>
          <a:ea typeface="+mn-ea"/>
          <a:cs typeface="Segoe Sans Text" pitchFamily="2" charset="0"/>
        </a:defRPr>
      </a:lvl5pPr>
      <a:lvl6pPr marL="1537929"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6pPr>
      <a:lvl7pPr marL="1817553"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7pPr>
      <a:lvl8pPr marL="2097176"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8pPr>
      <a:lvl9pPr marL="2376800"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9pPr>
    </p:bodyStyle>
    <p:otherStyle>
      <a:defPPr>
        <a:defRPr lang="en-US"/>
      </a:defPPr>
      <a:lvl1pPr marL="0" algn="l" defTabSz="559247" rtl="0" eaLnBrk="1" latinLnBrk="0" hangingPunct="1">
        <a:defRPr sz="1101" kern="1200">
          <a:solidFill>
            <a:schemeClr val="tx1"/>
          </a:solidFill>
          <a:latin typeface="+mn-lt"/>
          <a:ea typeface="+mn-ea"/>
          <a:cs typeface="+mn-cs"/>
        </a:defRPr>
      </a:lvl1pPr>
      <a:lvl2pPr marL="279624" algn="l" defTabSz="559247" rtl="0" eaLnBrk="1" latinLnBrk="0" hangingPunct="1">
        <a:defRPr sz="1101" kern="1200">
          <a:solidFill>
            <a:schemeClr val="tx1"/>
          </a:solidFill>
          <a:latin typeface="+mn-lt"/>
          <a:ea typeface="+mn-ea"/>
          <a:cs typeface="+mn-cs"/>
        </a:defRPr>
      </a:lvl2pPr>
      <a:lvl3pPr marL="559247" algn="l" defTabSz="559247" rtl="0" eaLnBrk="1" latinLnBrk="0" hangingPunct="1">
        <a:defRPr sz="1101" kern="1200">
          <a:solidFill>
            <a:schemeClr val="tx1"/>
          </a:solidFill>
          <a:latin typeface="+mn-lt"/>
          <a:ea typeface="+mn-ea"/>
          <a:cs typeface="+mn-cs"/>
        </a:defRPr>
      </a:lvl3pPr>
      <a:lvl4pPr marL="838871" algn="l" defTabSz="559247" rtl="0" eaLnBrk="1" latinLnBrk="0" hangingPunct="1">
        <a:defRPr sz="1101" kern="1200">
          <a:solidFill>
            <a:schemeClr val="tx1"/>
          </a:solidFill>
          <a:latin typeface="+mn-lt"/>
          <a:ea typeface="+mn-ea"/>
          <a:cs typeface="+mn-cs"/>
        </a:defRPr>
      </a:lvl4pPr>
      <a:lvl5pPr marL="1118494" algn="l" defTabSz="559247" rtl="0" eaLnBrk="1" latinLnBrk="0" hangingPunct="1">
        <a:defRPr sz="1101" kern="1200">
          <a:solidFill>
            <a:schemeClr val="tx1"/>
          </a:solidFill>
          <a:latin typeface="+mn-lt"/>
          <a:ea typeface="+mn-ea"/>
          <a:cs typeface="+mn-cs"/>
        </a:defRPr>
      </a:lvl5pPr>
      <a:lvl6pPr marL="1398118" algn="l" defTabSz="559247" rtl="0" eaLnBrk="1" latinLnBrk="0" hangingPunct="1">
        <a:defRPr sz="1101" kern="1200">
          <a:solidFill>
            <a:schemeClr val="tx1"/>
          </a:solidFill>
          <a:latin typeface="+mn-lt"/>
          <a:ea typeface="+mn-ea"/>
          <a:cs typeface="+mn-cs"/>
        </a:defRPr>
      </a:lvl6pPr>
      <a:lvl7pPr marL="1677741" algn="l" defTabSz="559247" rtl="0" eaLnBrk="1" latinLnBrk="0" hangingPunct="1">
        <a:defRPr sz="1101" kern="1200">
          <a:solidFill>
            <a:schemeClr val="tx1"/>
          </a:solidFill>
          <a:latin typeface="+mn-lt"/>
          <a:ea typeface="+mn-ea"/>
          <a:cs typeface="+mn-cs"/>
        </a:defRPr>
      </a:lvl7pPr>
      <a:lvl8pPr marL="1957365" algn="l" defTabSz="559247" rtl="0" eaLnBrk="1" latinLnBrk="0" hangingPunct="1">
        <a:defRPr sz="1101" kern="1200">
          <a:solidFill>
            <a:schemeClr val="tx1"/>
          </a:solidFill>
          <a:latin typeface="+mn-lt"/>
          <a:ea typeface="+mn-ea"/>
          <a:cs typeface="+mn-cs"/>
        </a:defRPr>
      </a:lvl8pPr>
      <a:lvl9pPr marL="2236988" algn="l" defTabSz="559247" rtl="0" eaLnBrk="1" latinLnBrk="0" hangingPunct="1">
        <a:defRPr sz="1101"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12557">
          <p15:clr>
            <a:srgbClr val="F26B43"/>
          </p15:clr>
        </p15:guide>
        <p15:guide id="3" pos="240">
          <p15:clr>
            <a:srgbClr val="F26B43"/>
          </p15:clr>
        </p15:guide>
        <p15:guide id="4" pos="994">
          <p15:clr>
            <a:srgbClr val="F26B43"/>
          </p15:clr>
        </p15:guide>
        <p15:guide id="5" pos="1749">
          <p15:clr>
            <a:srgbClr val="F26B43"/>
          </p15:clr>
        </p15:guide>
        <p15:guide id="6" pos="2504">
          <p15:clr>
            <a:srgbClr val="F26B43"/>
          </p15:clr>
        </p15:guide>
        <p15:guide id="7" pos="3259">
          <p15:clr>
            <a:srgbClr val="F26B43"/>
          </p15:clr>
        </p15:guide>
        <p15:guide id="8" pos="4014">
          <p15:clr>
            <a:srgbClr val="F26B43"/>
          </p15:clr>
        </p15:guide>
        <p15:guide id="9" pos="4768">
          <p15:clr>
            <a:srgbClr val="F26B43"/>
          </p15:clr>
        </p15:guide>
        <p15:guide id="10" pos="5523">
          <p15:clr>
            <a:srgbClr val="F26B43"/>
          </p15:clr>
        </p15:guide>
        <p15:guide id="11" pos="6278">
          <p15:clr>
            <a:srgbClr val="F26B43"/>
          </p15:clr>
        </p15:guide>
        <p15:guide id="12" pos="7033">
          <p15:clr>
            <a:srgbClr val="F26B43"/>
          </p15:clr>
        </p15:guide>
        <p15:guide id="13" pos="7788">
          <p15:clr>
            <a:srgbClr val="F26B43"/>
          </p15:clr>
        </p15:guide>
        <p15:guide id="14" pos="8542">
          <p15:clr>
            <a:srgbClr val="F26B43"/>
          </p15:clr>
        </p15:guide>
        <p15:guide id="15" pos="9297">
          <p15:clr>
            <a:srgbClr val="F26B43"/>
          </p15:clr>
        </p15:guide>
        <p15:guide id="16" pos="10052">
          <p15:clr>
            <a:srgbClr val="F26B43"/>
          </p15:clr>
        </p15:guide>
        <p15:guide id="17" pos="10807">
          <p15:clr>
            <a:srgbClr val="F26B43"/>
          </p15:clr>
        </p15:guide>
        <p15:guide id="18" pos="11562">
          <p15:clr>
            <a:srgbClr val="F26B43"/>
          </p15:clr>
        </p15:guide>
        <p15:guide id="19" pos="12317">
          <p15:clr>
            <a:srgbClr val="F26B43"/>
          </p15:clr>
        </p15:guide>
        <p15:guide id="20" orient="horz">
          <p15:clr>
            <a:srgbClr val="F26B43"/>
          </p15:clr>
        </p15:guide>
        <p15:guide id="21" orient="horz" pos="4320">
          <p15:clr>
            <a:srgbClr val="F26B43"/>
          </p15:clr>
        </p15:guide>
        <p15:guide id="22" orient="horz" pos="240">
          <p15:clr>
            <a:srgbClr val="F26B43"/>
          </p15:clr>
        </p15:guide>
        <p15:guide id="23" orient="horz" pos="720">
          <p15:clr>
            <a:srgbClr val="F26B43"/>
          </p15:clr>
        </p15:guide>
        <p15:guide id="24" orient="horz" pos="1200">
          <p15:clr>
            <a:srgbClr val="F26B43"/>
          </p15:clr>
        </p15:guide>
        <p15:guide id="25" orient="horz" pos="1680">
          <p15:clr>
            <a:srgbClr val="F26B43"/>
          </p15:clr>
        </p15:guide>
        <p15:guide id="26" orient="horz" pos="2160">
          <p15:clr>
            <a:srgbClr val="F26B43"/>
          </p15:clr>
        </p15:guide>
        <p15:guide id="27" orient="horz" pos="2640">
          <p15:clr>
            <a:srgbClr val="F26B43"/>
          </p15:clr>
        </p15:guide>
        <p15:guide id="28" orient="horz" pos="3120">
          <p15:clr>
            <a:srgbClr val="F26B43"/>
          </p15:clr>
        </p15:guide>
        <p15:guide id="29" orient="horz" pos="3600">
          <p15:clr>
            <a:srgbClr val="F26B43"/>
          </p15:clr>
        </p15:guide>
        <p15:guide id="30" orient="horz" pos="40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98665012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Lst>
  <p:transition>
    <p:fade/>
  </p:transition>
  <p:hf sldNum="0"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svg"/><Relationship Id="rId3" Type="http://schemas.openxmlformats.org/officeDocument/2006/relationships/image" Target="../media/image23.jpe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39.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svg"/><Relationship Id="rId14" Type="http://schemas.openxmlformats.org/officeDocument/2006/relationships/image" Target="../media/image40.sv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hyperlink" Target="https://aka.ms/PowerSeries/AgentFeed" TargetMode="Externa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BDC6-E011-3755-A903-FB4687328C4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15238C-8186-FFAB-EA43-E1D275D50598}"/>
              </a:ext>
            </a:extLst>
          </p:cNvPr>
          <p:cNvSpPr txBox="1"/>
          <p:nvPr/>
        </p:nvSpPr>
        <p:spPr>
          <a:xfrm>
            <a:off x="2227242" y="3070557"/>
            <a:ext cx="7737517" cy="716886"/>
          </a:xfrm>
          <a:prstGeom prst="rect">
            <a:avLst/>
          </a:prstGeom>
          <a:noFill/>
        </p:spPr>
        <p:txBody>
          <a:bodyPr wrap="square" lIns="0" tIns="0" rIns="0" bIns="0" rtlCol="0" anchor="ctr">
            <a:noAutofit/>
          </a:bodyPr>
          <a:lstStyle/>
          <a:p>
            <a:pPr algn="ctr">
              <a:lnSpc>
                <a:spcPct val="80000"/>
              </a:lnSpc>
            </a:pPr>
            <a:r>
              <a:rPr lang="en-US" sz="4893" b="1" dirty="0">
                <a:solidFill>
                  <a:srgbClr val="262626"/>
                </a:solidFill>
                <a:latin typeface="Segoe Sans Display Semibold" pitchFamily="2" charset="0"/>
                <a:cs typeface="Segoe Sans Display Semibold" pitchFamily="2" charset="0"/>
              </a:rPr>
              <a:t>The power of the platform</a:t>
            </a:r>
          </a:p>
        </p:txBody>
      </p:sp>
      <p:sp>
        <p:nvSpPr>
          <p:cNvPr id="59" name="Oval 58">
            <a:extLst>
              <a:ext uri="{FF2B5EF4-FFF2-40B4-BE49-F238E27FC236}">
                <a16:creationId xmlns:a16="http://schemas.microsoft.com/office/drawing/2014/main" id="{FAB93919-66BB-F4AB-41DE-19D3BA95B6A6}"/>
              </a:ext>
            </a:extLst>
          </p:cNvPr>
          <p:cNvSpPr/>
          <p:nvPr/>
        </p:nvSpPr>
        <p:spPr bwMode="auto">
          <a:xfrm>
            <a:off x="2695331" y="4802476"/>
            <a:ext cx="507221" cy="507221"/>
          </a:xfrm>
          <a:prstGeom prst="ellipse">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1851" tIns="89481" rIns="111851" bIns="89481" numCol="1" spcCol="0" rtlCol="0" fromWordArt="0" anchor="t" anchorCtr="0" forceAA="0" compatLnSpc="1">
            <a:prstTxWarp prst="textNoShape">
              <a:avLst/>
            </a:prstTxWarp>
            <a:noAutofit/>
          </a:bodyPr>
          <a:lstStyle/>
          <a:p>
            <a:pPr defTabSz="570300" fontAlgn="base">
              <a:spcBef>
                <a:spcPct val="0"/>
              </a:spcBef>
              <a:spcAft>
                <a:spcPct val="0"/>
              </a:spcAft>
              <a:defRPr/>
            </a:pPr>
            <a:endParaRPr lang="en-US" sz="1223">
              <a:solidFill>
                <a:srgbClr val="FFFFFF"/>
              </a:solidFill>
              <a:latin typeface="Segoe Sans Text"/>
              <a:cs typeface="Segoe UI" pitchFamily="34" charset="0"/>
            </a:endParaRPr>
          </a:p>
        </p:txBody>
      </p:sp>
      <p:pic>
        <p:nvPicPr>
          <p:cNvPr id="3" name="Picture 2" descr="The image depicts the Microsoft Power Platform logo, which features a green background with the Microsoft logo in white and a white circle in the center.&#10;&#10;AI-generated content may be incorrect.">
            <a:extLst>
              <a:ext uri="{FF2B5EF4-FFF2-40B4-BE49-F238E27FC236}">
                <a16:creationId xmlns:a16="http://schemas.microsoft.com/office/drawing/2014/main" id="{9BDA80B1-2CAA-BF1B-FA4F-72991D2CCA33}"/>
              </a:ext>
            </a:extLst>
          </p:cNvPr>
          <p:cNvPicPr>
            <a:picLocks noChangeAspect="1"/>
          </p:cNvPicPr>
          <p:nvPr/>
        </p:nvPicPr>
        <p:blipFill>
          <a:blip r:embed="rId3"/>
          <a:stretch>
            <a:fillRect/>
          </a:stretch>
        </p:blipFill>
        <p:spPr>
          <a:xfrm>
            <a:off x="0" y="0"/>
            <a:ext cx="2932043" cy="701158"/>
          </a:xfrm>
          <a:prstGeom prst="rect">
            <a:avLst/>
          </a:prstGeom>
        </p:spPr>
      </p:pic>
    </p:spTree>
    <p:extLst>
      <p:ext uri="{BB962C8B-B14F-4D97-AF65-F5344CB8AC3E}">
        <p14:creationId xmlns:p14="http://schemas.microsoft.com/office/powerpoint/2010/main" val="3310826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5EF5-FA1C-599A-E9C6-FE40516AD7E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B5BEC5F-1F5C-C25D-17B2-7636F51DA0FC}"/>
              </a:ext>
            </a:extLst>
          </p:cNvPr>
          <p:cNvPicPr>
            <a:picLocks noChangeAspect="1"/>
          </p:cNvPicPr>
          <p:nvPr/>
        </p:nvPicPr>
        <p:blipFill>
          <a:blip r:embed="rId3">
            <a:alphaModFix amt="20000"/>
          </a:blip>
          <a:stretch>
            <a:fillRect/>
          </a:stretch>
        </p:blipFill>
        <p:spPr>
          <a:xfrm>
            <a:off x="0" y="-594211"/>
            <a:ext cx="12192000" cy="6858000"/>
          </a:xfrm>
          <a:prstGeom prst="rect">
            <a:avLst/>
          </a:prstGeom>
        </p:spPr>
      </p:pic>
      <p:sp>
        <p:nvSpPr>
          <p:cNvPr id="4" name="TextBox 3">
            <a:extLst>
              <a:ext uri="{FF2B5EF4-FFF2-40B4-BE49-F238E27FC236}">
                <a16:creationId xmlns:a16="http://schemas.microsoft.com/office/drawing/2014/main" id="{5E870259-8652-8F32-F3D0-AF1C5A315447}"/>
              </a:ext>
            </a:extLst>
          </p:cNvPr>
          <p:cNvSpPr txBox="1"/>
          <p:nvPr/>
        </p:nvSpPr>
        <p:spPr>
          <a:xfrm>
            <a:off x="1627525" y="2836046"/>
            <a:ext cx="8936949" cy="1221873"/>
          </a:xfrm>
          <a:prstGeom prst="rect">
            <a:avLst/>
          </a:prstGeom>
          <a:noFill/>
        </p:spPr>
        <p:txBody>
          <a:bodyPr wrap="square">
            <a:spAutoFit/>
          </a:bodyPr>
          <a:lstStyle/>
          <a:p>
            <a:pPr algn="ctr" defTabSz="559247" fontAlgn="base">
              <a:defRPr/>
            </a:pPr>
            <a:r>
              <a:rPr lang="en-US" sz="3670" b="1" spc="-31" dirty="0">
                <a:ln w="3175">
                  <a:noFill/>
                </a:ln>
                <a:solidFill>
                  <a:prstClr val="white"/>
                </a:solidFill>
                <a:latin typeface="Segoe Sans Display Semibold" pitchFamily="2" charset="0"/>
                <a:cs typeface="Segoe Sans Display Semibold" pitchFamily="2" charset="0"/>
              </a:rPr>
              <a:t>Empower </a:t>
            </a:r>
            <a:r>
              <a:rPr lang="en-US" sz="3670" b="1" spc="-61" dirty="0">
                <a:ln w="3175">
                  <a:noFill/>
                </a:ln>
                <a:gradFill flip="none" rotWithShape="1">
                  <a:gsLst>
                    <a:gs pos="70000">
                      <a:srgbClr val="016BEB"/>
                    </a:gs>
                    <a:gs pos="50000">
                      <a:srgbClr val="CF43A2"/>
                    </a:gs>
                    <a:gs pos="40000">
                      <a:srgbClr val="F09F52"/>
                    </a:gs>
                  </a:gsLst>
                  <a:path path="circle">
                    <a:fillToRect l="100000" t="100000"/>
                  </a:path>
                  <a:tileRect r="-100000" b="-100000"/>
                </a:gradFill>
                <a:latin typeface="Segoe Sans Display Semibold" pitchFamily="2" charset="0"/>
                <a:ea typeface="Menlo" panose="020B0609030804020204" pitchFamily="49" charset="0"/>
                <a:cs typeface="Segoe Sans Display Semibold" pitchFamily="2" charset="0"/>
              </a:rPr>
              <a:t>everyone</a:t>
            </a:r>
            <a:r>
              <a:rPr lang="en-US" sz="3670" b="1" spc="-31" dirty="0">
                <a:ln w="3175">
                  <a:noFill/>
                </a:ln>
                <a:gradFill>
                  <a:gsLst>
                    <a:gs pos="22000">
                      <a:srgbClr val="2DE7D2"/>
                    </a:gs>
                    <a:gs pos="100000">
                      <a:srgbClr val="5F99FF"/>
                    </a:gs>
                  </a:gsLst>
                  <a:path path="circle">
                    <a:fillToRect l="50000" t="50000" r="50000" b="50000"/>
                  </a:path>
                </a:gradFill>
                <a:latin typeface="Segoe Sans Display Semibold" pitchFamily="2" charset="0"/>
                <a:cs typeface="Segoe Sans Display Semibold" pitchFamily="2" charset="0"/>
              </a:rPr>
              <a:t> </a:t>
            </a:r>
            <a:r>
              <a:rPr lang="en-US" sz="3670" b="1" spc="-31" dirty="0">
                <a:ln w="3175">
                  <a:noFill/>
                </a:ln>
                <a:solidFill>
                  <a:prstClr val="white"/>
                </a:solidFill>
                <a:latin typeface="Segoe Sans Display Semibold" pitchFamily="2" charset="0"/>
                <a:cs typeface="Segoe Sans Display Semibold" pitchFamily="2" charset="0"/>
              </a:rPr>
              <a:t>who needs to create business software. </a:t>
            </a:r>
          </a:p>
        </p:txBody>
      </p:sp>
    </p:spTree>
    <p:extLst>
      <p:ext uri="{BB962C8B-B14F-4D97-AF65-F5344CB8AC3E}">
        <p14:creationId xmlns:p14="http://schemas.microsoft.com/office/powerpoint/2010/main" val="4567684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42" presetClass="path" presetSubtype="0" decel="100000" fill="hold" grpId="1" nodeType="withEffect">
                                  <p:stCondLst>
                                    <p:cond delay="0"/>
                                  </p:stCondLst>
                                  <p:childTnLst>
                                    <p:animMotion origin="layout" path="M -1.81572E-7 0.03889 L -1.81572E-7 0 " pathEditMode="relative" rAng="0" ptsTypes="AA">
                                      <p:cBhvr>
                                        <p:cTn id="9" dur="1000" fill="hold"/>
                                        <p:tgtEl>
                                          <p:spTgt spid="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EECEEE-ADD8-4B1A-88A6-743E43B4BEA7}"/>
            </a:ext>
          </a:extLst>
        </p:cNvPr>
        <p:cNvGrpSpPr/>
        <p:nvPr/>
      </p:nvGrpSpPr>
      <p:grpSpPr>
        <a:xfrm>
          <a:off x="0" y="0"/>
          <a:ext cx="0" cy="0"/>
          <a:chOff x="0" y="0"/>
          <a:chExt cx="0" cy="0"/>
        </a:xfrm>
      </p:grpSpPr>
      <p:sp>
        <p:nvSpPr>
          <p:cNvPr id="65" name="Orbit 3">
            <a:extLst>
              <a:ext uri="{FF2B5EF4-FFF2-40B4-BE49-F238E27FC236}">
                <a16:creationId xmlns:a16="http://schemas.microsoft.com/office/drawing/2014/main" id="{7EF5EA5F-2B48-12DF-4D44-A96CC73BF806}"/>
              </a:ext>
            </a:extLst>
          </p:cNvPr>
          <p:cNvSpPr/>
          <p:nvPr/>
        </p:nvSpPr>
        <p:spPr>
          <a:xfrm>
            <a:off x="-689731" y="139764"/>
            <a:ext cx="6596808" cy="6596808"/>
          </a:xfrm>
          <a:prstGeom prst="ellipse">
            <a:avLst/>
          </a:prstGeom>
          <a:no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74" name="Copilot">
            <a:extLst>
              <a:ext uri="{FF2B5EF4-FFF2-40B4-BE49-F238E27FC236}">
                <a16:creationId xmlns:a16="http://schemas.microsoft.com/office/drawing/2014/main" id="{3993C3E3-86C7-5C1D-B4D0-1AC359FFE089}"/>
              </a:ext>
            </a:extLst>
          </p:cNvPr>
          <p:cNvSpPr/>
          <p:nvPr/>
        </p:nvSpPr>
        <p:spPr>
          <a:xfrm>
            <a:off x="5455871" y="3920092"/>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101" b="1" spc="-61">
                <a:solidFill>
                  <a:srgbClr val="0078D4"/>
                </a:solidFill>
                <a:latin typeface="Segoe UI Semibold" panose="020B0702040204020203" pitchFamily="34" charset="0"/>
                <a:cs typeface="Segoe UI Semibold" panose="020B0702040204020203" pitchFamily="34" charset="0"/>
              </a:rPr>
              <a:t>Copilot</a:t>
            </a:r>
          </a:p>
        </p:txBody>
      </p:sp>
      <p:sp>
        <p:nvSpPr>
          <p:cNvPr id="75" name="Copilot outline">
            <a:extLst>
              <a:ext uri="{FF2B5EF4-FFF2-40B4-BE49-F238E27FC236}">
                <a16:creationId xmlns:a16="http://schemas.microsoft.com/office/drawing/2014/main" id="{9121FFD6-D7E5-95FF-6393-6155CA9AF9F1}"/>
              </a:ext>
            </a:extLst>
          </p:cNvPr>
          <p:cNvSpPr/>
          <p:nvPr/>
        </p:nvSpPr>
        <p:spPr>
          <a:xfrm>
            <a:off x="5469289" y="3915151"/>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2" name="Internal">
            <a:extLst>
              <a:ext uri="{FF2B5EF4-FFF2-40B4-BE49-F238E27FC236}">
                <a16:creationId xmlns:a16="http://schemas.microsoft.com/office/drawing/2014/main" id="{509846D1-B5B8-C6CF-A6E1-BAFDC9802005}"/>
              </a:ext>
            </a:extLst>
          </p:cNvPr>
          <p:cNvSpPr/>
          <p:nvPr/>
        </p:nvSpPr>
        <p:spPr>
          <a:xfrm>
            <a:off x="5559092" y="3086817"/>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101" b="1" spc="-61">
                <a:solidFill>
                  <a:srgbClr val="0078D4"/>
                </a:solidFill>
                <a:latin typeface="Segoe UI Semibold" panose="020B0702040204020203" pitchFamily="34" charset="0"/>
                <a:cs typeface="Segoe UI Semibold" panose="020B0702040204020203" pitchFamily="34" charset="0"/>
              </a:rPr>
              <a:t>Internal</a:t>
            </a:r>
          </a:p>
        </p:txBody>
      </p:sp>
      <p:sp>
        <p:nvSpPr>
          <p:cNvPr id="71" name="Internal outline">
            <a:extLst>
              <a:ext uri="{FF2B5EF4-FFF2-40B4-BE49-F238E27FC236}">
                <a16:creationId xmlns:a16="http://schemas.microsoft.com/office/drawing/2014/main" id="{8D47CAA9-CF25-29A1-A37E-EF9065461D5A}"/>
              </a:ext>
            </a:extLst>
          </p:cNvPr>
          <p:cNvSpPr/>
          <p:nvPr/>
        </p:nvSpPr>
        <p:spPr>
          <a:xfrm>
            <a:off x="5576447" y="3095983"/>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72" name="External">
            <a:extLst>
              <a:ext uri="{FF2B5EF4-FFF2-40B4-BE49-F238E27FC236}">
                <a16:creationId xmlns:a16="http://schemas.microsoft.com/office/drawing/2014/main" id="{C890ACF0-0947-D8F1-AEF1-9F413E993E19}"/>
              </a:ext>
            </a:extLst>
          </p:cNvPr>
          <p:cNvSpPr/>
          <p:nvPr/>
        </p:nvSpPr>
        <p:spPr>
          <a:xfrm>
            <a:off x="5455871" y="2270822"/>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101" b="1" spc="-61">
                <a:solidFill>
                  <a:srgbClr val="0078D4"/>
                </a:solidFill>
                <a:latin typeface="Segoe UI Semibold" panose="020B0702040204020203" pitchFamily="34" charset="0"/>
                <a:cs typeface="Segoe UI Semibold" panose="020B0702040204020203" pitchFamily="34" charset="0"/>
              </a:rPr>
              <a:t>External</a:t>
            </a:r>
          </a:p>
        </p:txBody>
      </p:sp>
      <p:sp>
        <p:nvSpPr>
          <p:cNvPr id="73" name="External outline">
            <a:extLst>
              <a:ext uri="{FF2B5EF4-FFF2-40B4-BE49-F238E27FC236}">
                <a16:creationId xmlns:a16="http://schemas.microsoft.com/office/drawing/2014/main" id="{C06DE659-0804-4240-D588-715B0E409A83}"/>
              </a:ext>
            </a:extLst>
          </p:cNvPr>
          <p:cNvSpPr/>
          <p:nvPr/>
        </p:nvSpPr>
        <p:spPr>
          <a:xfrm>
            <a:off x="5425665" y="2270473"/>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46" name="Orbit 2">
            <a:extLst>
              <a:ext uri="{FF2B5EF4-FFF2-40B4-BE49-F238E27FC236}">
                <a16:creationId xmlns:a16="http://schemas.microsoft.com/office/drawing/2014/main" id="{6B1EBC41-4829-FEF0-959D-861F7EB4A3C4}"/>
              </a:ext>
            </a:extLst>
          </p:cNvPr>
          <p:cNvSpPr/>
          <p:nvPr/>
        </p:nvSpPr>
        <p:spPr>
          <a:xfrm>
            <a:off x="-689731" y="613570"/>
            <a:ext cx="5649194" cy="5649194"/>
          </a:xfrm>
          <a:prstGeom prst="ellipse">
            <a:avLst/>
          </a:prstGeom>
          <a:no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37" name="Orbit 1">
            <a:extLst>
              <a:ext uri="{FF2B5EF4-FFF2-40B4-BE49-F238E27FC236}">
                <a16:creationId xmlns:a16="http://schemas.microsoft.com/office/drawing/2014/main" id="{7275B3D0-966D-F202-3911-649370EFFB2C}"/>
              </a:ext>
            </a:extLst>
          </p:cNvPr>
          <p:cNvSpPr/>
          <p:nvPr/>
        </p:nvSpPr>
        <p:spPr>
          <a:xfrm>
            <a:off x="-689731" y="1021108"/>
            <a:ext cx="4834121" cy="4834121"/>
          </a:xfrm>
          <a:prstGeom prst="ellipse">
            <a:avLst/>
          </a:prstGeom>
          <a:no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6" name="New Interface">
            <a:extLst>
              <a:ext uri="{FF2B5EF4-FFF2-40B4-BE49-F238E27FC236}">
                <a16:creationId xmlns:a16="http://schemas.microsoft.com/office/drawing/2014/main" id="{6A1670F1-1D1E-72BA-5C91-D7F8A50A6FDD}"/>
              </a:ext>
            </a:extLst>
          </p:cNvPr>
          <p:cNvGrpSpPr/>
          <p:nvPr/>
        </p:nvGrpSpPr>
        <p:grpSpPr>
          <a:xfrm>
            <a:off x="4128269" y="4667887"/>
            <a:ext cx="684368" cy="684368"/>
            <a:chOff x="3665219" y="5454611"/>
            <a:chExt cx="1118959" cy="1118959"/>
          </a:xfrm>
        </p:grpSpPr>
        <p:sp>
          <p:nvSpPr>
            <p:cNvPr id="11" name="Oval 10">
              <a:extLst>
                <a:ext uri="{FF2B5EF4-FFF2-40B4-BE49-F238E27FC236}">
                  <a16:creationId xmlns:a16="http://schemas.microsoft.com/office/drawing/2014/main" id="{EB0B15F1-8C2B-0F46-9102-AA1663812C2F}"/>
                </a:ext>
              </a:extLst>
            </p:cNvPr>
            <p:cNvSpPr/>
            <p:nvPr/>
          </p:nvSpPr>
          <p:spPr>
            <a:xfrm>
              <a:off x="3665219" y="5454611"/>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pic>
          <p:nvPicPr>
            <p:cNvPr id="18" name="Graphic 17">
              <a:extLst>
                <a:ext uri="{FF2B5EF4-FFF2-40B4-BE49-F238E27FC236}">
                  <a16:creationId xmlns:a16="http://schemas.microsoft.com/office/drawing/2014/main" id="{A8F0C4EA-0044-891C-FF86-423B3436A727}"/>
                </a:ext>
              </a:extLst>
            </p:cNvPr>
            <p:cNvPicPr>
              <a:picLocks noChangeAspect="1"/>
            </p:cNvPicPr>
            <p:nvPr/>
          </p:nvPicPr>
          <p:blipFill>
            <a:blip>
              <a:extLst>
                <a:ext uri="{96DAC541-7B7A-43D3-8B79-37D633B846F1}">
                  <asvg:svgBlip xmlns:asvg="http://schemas.microsoft.com/office/drawing/2016/SVG/main" r:embed="rId3"/>
                </a:ext>
              </a:extLst>
            </a:blip>
            <a:srcRect l="109" r="109"/>
            <a:stretch/>
          </p:blipFill>
          <p:spPr>
            <a:xfrm>
              <a:off x="3933233" y="5671190"/>
              <a:ext cx="582930" cy="685800"/>
            </a:xfrm>
            <a:prstGeom prst="rect">
              <a:avLst/>
            </a:prstGeom>
          </p:spPr>
        </p:pic>
      </p:grpSp>
      <p:sp>
        <p:nvSpPr>
          <p:cNvPr id="16" name="New Interface outline">
            <a:extLst>
              <a:ext uri="{FF2B5EF4-FFF2-40B4-BE49-F238E27FC236}">
                <a16:creationId xmlns:a16="http://schemas.microsoft.com/office/drawing/2014/main" id="{F9E3EDB7-D47B-5383-F38B-4F7CD0ECD235}"/>
              </a:ext>
            </a:extLst>
          </p:cNvPr>
          <p:cNvSpPr/>
          <p:nvPr/>
        </p:nvSpPr>
        <p:spPr>
          <a:xfrm>
            <a:off x="4128269" y="466788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5" name="Desktop">
            <a:extLst>
              <a:ext uri="{FF2B5EF4-FFF2-40B4-BE49-F238E27FC236}">
                <a16:creationId xmlns:a16="http://schemas.microsoft.com/office/drawing/2014/main" id="{D2366168-216D-768E-C451-DDC8FB3C749D}"/>
              </a:ext>
            </a:extLst>
          </p:cNvPr>
          <p:cNvGrpSpPr/>
          <p:nvPr/>
        </p:nvGrpSpPr>
        <p:grpSpPr>
          <a:xfrm>
            <a:off x="4511744" y="3918297"/>
            <a:ext cx="684368" cy="684368"/>
            <a:chOff x="4292211" y="4229012"/>
            <a:chExt cx="1118959" cy="1118959"/>
          </a:xfrm>
        </p:grpSpPr>
        <p:sp>
          <p:nvSpPr>
            <p:cNvPr id="59" name="Oval 58">
              <a:extLst>
                <a:ext uri="{FF2B5EF4-FFF2-40B4-BE49-F238E27FC236}">
                  <a16:creationId xmlns:a16="http://schemas.microsoft.com/office/drawing/2014/main" id="{DAEEBCA6-1B7C-1692-5DCB-C8B93AC90CD5}"/>
                </a:ext>
              </a:extLst>
            </p:cNvPr>
            <p:cNvSpPr/>
            <p:nvPr/>
          </p:nvSpPr>
          <p:spPr>
            <a:xfrm>
              <a:off x="4292211" y="4229012"/>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grpSp>
          <p:nvGrpSpPr>
            <p:cNvPr id="60" name="Group 59">
              <a:extLst>
                <a:ext uri="{FF2B5EF4-FFF2-40B4-BE49-F238E27FC236}">
                  <a16:creationId xmlns:a16="http://schemas.microsoft.com/office/drawing/2014/main" id="{79CA1C8D-61BE-7917-1E73-8D4BA644C1B9}"/>
                </a:ext>
              </a:extLst>
            </p:cNvPr>
            <p:cNvGrpSpPr/>
            <p:nvPr/>
          </p:nvGrpSpPr>
          <p:grpSpPr>
            <a:xfrm>
              <a:off x="4521469" y="4518892"/>
              <a:ext cx="660443" cy="539198"/>
              <a:chOff x="7396127" y="2635624"/>
              <a:chExt cx="1237130" cy="1010015"/>
            </a:xfrm>
          </p:grpSpPr>
          <p:sp>
            <p:nvSpPr>
              <p:cNvPr id="61" name="Rounded Rectangle 60">
                <a:extLst>
                  <a:ext uri="{FF2B5EF4-FFF2-40B4-BE49-F238E27FC236}">
                    <a16:creationId xmlns:a16="http://schemas.microsoft.com/office/drawing/2014/main" id="{B9E188B7-2454-C2A2-E8B5-3B331FAE6AC2}"/>
                  </a:ext>
                </a:extLst>
              </p:cNvPr>
              <p:cNvSpPr/>
              <p:nvPr/>
            </p:nvSpPr>
            <p:spPr>
              <a:xfrm>
                <a:off x="7396127" y="2635624"/>
                <a:ext cx="1237130" cy="786619"/>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62" name="Rounded Rectangle 61">
                <a:extLst>
                  <a:ext uri="{FF2B5EF4-FFF2-40B4-BE49-F238E27FC236}">
                    <a16:creationId xmlns:a16="http://schemas.microsoft.com/office/drawing/2014/main" id="{A9603A3E-2134-7E1F-EC12-95ACEE149BBA}"/>
                  </a:ext>
                </a:extLst>
              </p:cNvPr>
              <p:cNvSpPr/>
              <p:nvPr/>
            </p:nvSpPr>
            <p:spPr>
              <a:xfrm>
                <a:off x="7622465" y="3555674"/>
                <a:ext cx="784451" cy="8996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63" name="Rounded Rectangle 62">
                <a:extLst>
                  <a:ext uri="{FF2B5EF4-FFF2-40B4-BE49-F238E27FC236}">
                    <a16:creationId xmlns:a16="http://schemas.microsoft.com/office/drawing/2014/main" id="{DFA0A4EE-F5F6-8763-6412-E36952B54C72}"/>
                  </a:ext>
                </a:extLst>
              </p:cNvPr>
              <p:cNvSpPr/>
              <p:nvPr/>
            </p:nvSpPr>
            <p:spPr>
              <a:xfrm>
                <a:off x="7952638" y="3422243"/>
                <a:ext cx="124106" cy="136164"/>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grpSp>
      <p:sp>
        <p:nvSpPr>
          <p:cNvPr id="64" name="Desktop outline">
            <a:extLst>
              <a:ext uri="{FF2B5EF4-FFF2-40B4-BE49-F238E27FC236}">
                <a16:creationId xmlns:a16="http://schemas.microsoft.com/office/drawing/2014/main" id="{AC0B0E19-24DD-4585-FEB4-B5E42CC6A06D}"/>
              </a:ext>
            </a:extLst>
          </p:cNvPr>
          <p:cNvSpPr/>
          <p:nvPr/>
        </p:nvSpPr>
        <p:spPr>
          <a:xfrm>
            <a:off x="4511744" y="391829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4" name="Tablet">
            <a:extLst>
              <a:ext uri="{FF2B5EF4-FFF2-40B4-BE49-F238E27FC236}">
                <a16:creationId xmlns:a16="http://schemas.microsoft.com/office/drawing/2014/main" id="{123944E1-0D95-CB55-F035-691A96CB11F3}"/>
              </a:ext>
            </a:extLst>
          </p:cNvPr>
          <p:cNvGrpSpPr/>
          <p:nvPr/>
        </p:nvGrpSpPr>
        <p:grpSpPr>
          <a:xfrm>
            <a:off x="4613962" y="3086818"/>
            <a:ext cx="684368" cy="684368"/>
            <a:chOff x="4459340" y="2869522"/>
            <a:chExt cx="1118959" cy="1118959"/>
          </a:xfrm>
        </p:grpSpPr>
        <p:sp>
          <p:nvSpPr>
            <p:cNvPr id="56" name="Oval 55">
              <a:extLst>
                <a:ext uri="{FF2B5EF4-FFF2-40B4-BE49-F238E27FC236}">
                  <a16:creationId xmlns:a16="http://schemas.microsoft.com/office/drawing/2014/main" id="{EE8E40EB-7B6B-1E87-2025-0D19FB03E726}"/>
                </a:ext>
              </a:extLst>
            </p:cNvPr>
            <p:cNvSpPr/>
            <p:nvPr/>
          </p:nvSpPr>
          <p:spPr>
            <a:xfrm>
              <a:off x="4459340" y="2869522"/>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sp>
          <p:nvSpPr>
            <p:cNvPr id="57" name="Rounded Rectangle 56">
              <a:extLst>
                <a:ext uri="{FF2B5EF4-FFF2-40B4-BE49-F238E27FC236}">
                  <a16:creationId xmlns:a16="http://schemas.microsoft.com/office/drawing/2014/main" id="{DACDA7EA-5FD1-939F-2821-BEF104C65189}"/>
                </a:ext>
              </a:extLst>
            </p:cNvPr>
            <p:cNvSpPr/>
            <p:nvPr/>
          </p:nvSpPr>
          <p:spPr>
            <a:xfrm rot="5400000">
              <a:off x="4693947" y="3182091"/>
              <a:ext cx="649744" cy="493821"/>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sp>
        <p:nvSpPr>
          <p:cNvPr id="58" name="Tablet outline">
            <a:extLst>
              <a:ext uri="{FF2B5EF4-FFF2-40B4-BE49-F238E27FC236}">
                <a16:creationId xmlns:a16="http://schemas.microsoft.com/office/drawing/2014/main" id="{DD4DAB3D-7783-7FAB-E035-F4471FB862C6}"/>
              </a:ext>
            </a:extLst>
          </p:cNvPr>
          <p:cNvSpPr/>
          <p:nvPr/>
        </p:nvSpPr>
        <p:spPr>
          <a:xfrm>
            <a:off x="4613962" y="3086816"/>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2" name="Mobile">
            <a:extLst>
              <a:ext uri="{FF2B5EF4-FFF2-40B4-BE49-F238E27FC236}">
                <a16:creationId xmlns:a16="http://schemas.microsoft.com/office/drawing/2014/main" id="{C7FF2414-D3E7-611D-3E0E-1B57F01F2E0E}"/>
              </a:ext>
            </a:extLst>
          </p:cNvPr>
          <p:cNvGrpSpPr/>
          <p:nvPr/>
        </p:nvGrpSpPr>
        <p:grpSpPr>
          <a:xfrm>
            <a:off x="4491671" y="2239787"/>
            <a:ext cx="684368" cy="684368"/>
            <a:chOff x="4259390" y="1484604"/>
            <a:chExt cx="1118959" cy="1118959"/>
          </a:xfrm>
        </p:grpSpPr>
        <p:sp>
          <p:nvSpPr>
            <p:cNvPr id="53" name="Mobile icon">
              <a:extLst>
                <a:ext uri="{FF2B5EF4-FFF2-40B4-BE49-F238E27FC236}">
                  <a16:creationId xmlns:a16="http://schemas.microsoft.com/office/drawing/2014/main" id="{39516C5A-A864-076A-27DE-CC3DCD794159}"/>
                </a:ext>
              </a:extLst>
            </p:cNvPr>
            <p:cNvSpPr/>
            <p:nvPr/>
          </p:nvSpPr>
          <p:spPr>
            <a:xfrm>
              <a:off x="4259390" y="1484604"/>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sp>
          <p:nvSpPr>
            <p:cNvPr id="54" name="Rounded Rectangle 53">
              <a:extLst>
                <a:ext uri="{FF2B5EF4-FFF2-40B4-BE49-F238E27FC236}">
                  <a16:creationId xmlns:a16="http://schemas.microsoft.com/office/drawing/2014/main" id="{783F25FA-3AE6-5179-4A94-50E4F7CCD662}"/>
                </a:ext>
              </a:extLst>
            </p:cNvPr>
            <p:cNvSpPr/>
            <p:nvPr/>
          </p:nvSpPr>
          <p:spPr>
            <a:xfrm rot="5400000">
              <a:off x="4578431" y="1907463"/>
              <a:ext cx="477794" cy="273238"/>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sp>
        <p:nvSpPr>
          <p:cNvPr id="55" name="Mobile outline">
            <a:extLst>
              <a:ext uri="{FF2B5EF4-FFF2-40B4-BE49-F238E27FC236}">
                <a16:creationId xmlns:a16="http://schemas.microsoft.com/office/drawing/2014/main" id="{3CF8CEBC-134D-3218-7FC1-DC814741F1FD}"/>
              </a:ext>
            </a:extLst>
          </p:cNvPr>
          <p:cNvSpPr/>
          <p:nvPr/>
        </p:nvSpPr>
        <p:spPr>
          <a:xfrm>
            <a:off x="4491671" y="2239786"/>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29" name="Laptop">
            <a:extLst>
              <a:ext uri="{FF2B5EF4-FFF2-40B4-BE49-F238E27FC236}">
                <a16:creationId xmlns:a16="http://schemas.microsoft.com/office/drawing/2014/main" id="{D51DE923-B4BF-CA78-8C31-0094D7B1808A}"/>
              </a:ext>
            </a:extLst>
          </p:cNvPr>
          <p:cNvGrpSpPr/>
          <p:nvPr/>
        </p:nvGrpSpPr>
        <p:grpSpPr>
          <a:xfrm>
            <a:off x="4128269" y="1480719"/>
            <a:ext cx="684368" cy="684368"/>
            <a:chOff x="4074128" y="243508"/>
            <a:chExt cx="1118959" cy="1118959"/>
          </a:xfrm>
        </p:grpSpPr>
        <p:sp>
          <p:nvSpPr>
            <p:cNvPr id="47" name="Laptop">
              <a:extLst>
                <a:ext uri="{FF2B5EF4-FFF2-40B4-BE49-F238E27FC236}">
                  <a16:creationId xmlns:a16="http://schemas.microsoft.com/office/drawing/2014/main" id="{895CAD7E-19AE-688B-DBB0-B578CDA5A1C9}"/>
                </a:ext>
              </a:extLst>
            </p:cNvPr>
            <p:cNvSpPr/>
            <p:nvPr/>
          </p:nvSpPr>
          <p:spPr>
            <a:xfrm>
              <a:off x="4074128" y="243508"/>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grpSp>
          <p:nvGrpSpPr>
            <p:cNvPr id="48" name="Group 47">
              <a:extLst>
                <a:ext uri="{FF2B5EF4-FFF2-40B4-BE49-F238E27FC236}">
                  <a16:creationId xmlns:a16="http://schemas.microsoft.com/office/drawing/2014/main" id="{50115745-126A-3426-B640-D7D06656EF4A}"/>
                </a:ext>
              </a:extLst>
            </p:cNvPr>
            <p:cNvGrpSpPr/>
            <p:nvPr/>
          </p:nvGrpSpPr>
          <p:grpSpPr>
            <a:xfrm>
              <a:off x="4257497" y="607224"/>
              <a:ext cx="752220" cy="392193"/>
              <a:chOff x="9445423" y="3070069"/>
              <a:chExt cx="1125029" cy="586568"/>
            </a:xfrm>
          </p:grpSpPr>
          <p:sp>
            <p:nvSpPr>
              <p:cNvPr id="49" name="Rounded Rectangle 48">
                <a:extLst>
                  <a:ext uri="{FF2B5EF4-FFF2-40B4-BE49-F238E27FC236}">
                    <a16:creationId xmlns:a16="http://schemas.microsoft.com/office/drawing/2014/main" id="{627662DD-D7CE-F530-A252-21BACE230DA6}"/>
                  </a:ext>
                </a:extLst>
              </p:cNvPr>
              <p:cNvSpPr/>
              <p:nvPr/>
            </p:nvSpPr>
            <p:spPr>
              <a:xfrm>
                <a:off x="9581820" y="3070069"/>
                <a:ext cx="853448" cy="542659"/>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50" name="Rounded Rectangle 49">
                <a:extLst>
                  <a:ext uri="{FF2B5EF4-FFF2-40B4-BE49-F238E27FC236}">
                    <a16:creationId xmlns:a16="http://schemas.microsoft.com/office/drawing/2014/main" id="{2D87E21F-8029-55EA-3D21-71D4323B8130}"/>
                  </a:ext>
                </a:extLst>
              </p:cNvPr>
              <p:cNvSpPr/>
              <p:nvPr/>
            </p:nvSpPr>
            <p:spPr>
              <a:xfrm>
                <a:off x="9445423" y="3588259"/>
                <a:ext cx="1125029" cy="6837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51" name="Graphic 50" descr="World outline">
                <a:extLst>
                  <a:ext uri="{FF2B5EF4-FFF2-40B4-BE49-F238E27FC236}">
                    <a16:creationId xmlns:a16="http://schemas.microsoft.com/office/drawing/2014/main" id="{5CF30B71-BC28-5D52-41D5-4FF67B5786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90872" y="3123631"/>
                <a:ext cx="426470" cy="426470"/>
              </a:xfrm>
              <a:prstGeom prst="rect">
                <a:avLst/>
              </a:prstGeom>
            </p:spPr>
          </p:pic>
        </p:grpSp>
      </p:grpSp>
      <p:sp>
        <p:nvSpPr>
          <p:cNvPr id="52" name="Laptop outline">
            <a:extLst>
              <a:ext uri="{FF2B5EF4-FFF2-40B4-BE49-F238E27FC236}">
                <a16:creationId xmlns:a16="http://schemas.microsoft.com/office/drawing/2014/main" id="{D34FCBB7-AA21-0E40-A81F-C9912562A8FF}"/>
              </a:ext>
            </a:extLst>
          </p:cNvPr>
          <p:cNvSpPr/>
          <p:nvPr/>
        </p:nvSpPr>
        <p:spPr>
          <a:xfrm>
            <a:off x="4128269" y="1480719"/>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4" name="Spec-driven">
            <a:extLst>
              <a:ext uri="{FF2B5EF4-FFF2-40B4-BE49-F238E27FC236}">
                <a16:creationId xmlns:a16="http://schemas.microsoft.com/office/drawing/2014/main" id="{3655E4E1-3123-7A2E-8BD8-EE93A8708DA5}"/>
              </a:ext>
            </a:extLst>
          </p:cNvPr>
          <p:cNvSpPr/>
          <p:nvPr/>
        </p:nvSpPr>
        <p:spPr>
          <a:xfrm>
            <a:off x="3153616" y="4665346"/>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Spec-driven</a:t>
            </a:r>
          </a:p>
        </p:txBody>
      </p:sp>
      <p:sp>
        <p:nvSpPr>
          <p:cNvPr id="27" name="Spec-driven outline">
            <a:extLst>
              <a:ext uri="{FF2B5EF4-FFF2-40B4-BE49-F238E27FC236}">
                <a16:creationId xmlns:a16="http://schemas.microsoft.com/office/drawing/2014/main" id="{EE3075C9-769A-AF2A-8496-9172774A9ADC}"/>
              </a:ext>
            </a:extLst>
          </p:cNvPr>
          <p:cNvSpPr/>
          <p:nvPr/>
        </p:nvSpPr>
        <p:spPr>
          <a:xfrm>
            <a:off x="3153616" y="4665345"/>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6" name="Pro Code">
            <a:extLst>
              <a:ext uri="{FF2B5EF4-FFF2-40B4-BE49-F238E27FC236}">
                <a16:creationId xmlns:a16="http://schemas.microsoft.com/office/drawing/2014/main" id="{B60D9F14-E963-93AF-2504-4C7F2F588B4B}"/>
              </a:ext>
            </a:extLst>
          </p:cNvPr>
          <p:cNvSpPr/>
          <p:nvPr/>
        </p:nvSpPr>
        <p:spPr>
          <a:xfrm>
            <a:off x="3604347" y="3920092"/>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Pro</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26" name="Pro Code outline">
            <a:extLst>
              <a:ext uri="{FF2B5EF4-FFF2-40B4-BE49-F238E27FC236}">
                <a16:creationId xmlns:a16="http://schemas.microsoft.com/office/drawing/2014/main" id="{C095F6AE-A5EC-9EB5-1A0E-09EED2450108}"/>
              </a:ext>
            </a:extLst>
          </p:cNvPr>
          <p:cNvSpPr/>
          <p:nvPr/>
        </p:nvSpPr>
        <p:spPr>
          <a:xfrm>
            <a:off x="3604347" y="3920092"/>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5" name="Vibe Code">
            <a:extLst>
              <a:ext uri="{FF2B5EF4-FFF2-40B4-BE49-F238E27FC236}">
                <a16:creationId xmlns:a16="http://schemas.microsoft.com/office/drawing/2014/main" id="{CA4700FA-B67D-03DC-2CDB-18F4EB75C2C3}"/>
              </a:ext>
            </a:extLst>
          </p:cNvPr>
          <p:cNvSpPr/>
          <p:nvPr/>
        </p:nvSpPr>
        <p:spPr>
          <a:xfrm>
            <a:off x="3755906" y="3086817"/>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Vibe</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25" name="Vibe Code outline">
            <a:extLst>
              <a:ext uri="{FF2B5EF4-FFF2-40B4-BE49-F238E27FC236}">
                <a16:creationId xmlns:a16="http://schemas.microsoft.com/office/drawing/2014/main" id="{B11994FD-5D35-34A0-D880-888C904A6D54}"/>
              </a:ext>
            </a:extLst>
          </p:cNvPr>
          <p:cNvSpPr/>
          <p:nvPr/>
        </p:nvSpPr>
        <p:spPr>
          <a:xfrm>
            <a:off x="3755906" y="308681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3" name="Low Code">
            <a:extLst>
              <a:ext uri="{FF2B5EF4-FFF2-40B4-BE49-F238E27FC236}">
                <a16:creationId xmlns:a16="http://schemas.microsoft.com/office/drawing/2014/main" id="{AA4492CC-1478-7FC2-CE73-13D2CC01ED5E}"/>
              </a:ext>
            </a:extLst>
          </p:cNvPr>
          <p:cNvSpPr/>
          <p:nvPr/>
        </p:nvSpPr>
        <p:spPr>
          <a:xfrm>
            <a:off x="3604347" y="2239787"/>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Low</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9" name="Low Code outline">
            <a:extLst>
              <a:ext uri="{FF2B5EF4-FFF2-40B4-BE49-F238E27FC236}">
                <a16:creationId xmlns:a16="http://schemas.microsoft.com/office/drawing/2014/main" id="{43CE1DC4-A7C3-904B-EA47-8DC460AC4B86}"/>
              </a:ext>
            </a:extLst>
          </p:cNvPr>
          <p:cNvSpPr/>
          <p:nvPr/>
        </p:nvSpPr>
        <p:spPr>
          <a:xfrm>
            <a:off x="3604347" y="223978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40" name="No Code">
            <a:extLst>
              <a:ext uri="{FF2B5EF4-FFF2-40B4-BE49-F238E27FC236}">
                <a16:creationId xmlns:a16="http://schemas.microsoft.com/office/drawing/2014/main" id="{70ED3353-0326-A5B7-09E6-6FE4CD6C174D}"/>
              </a:ext>
            </a:extLst>
          </p:cNvPr>
          <p:cNvSpPr/>
          <p:nvPr/>
        </p:nvSpPr>
        <p:spPr>
          <a:xfrm>
            <a:off x="3153616" y="1508288"/>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No</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8" name="No Code outline">
            <a:extLst>
              <a:ext uri="{FF2B5EF4-FFF2-40B4-BE49-F238E27FC236}">
                <a16:creationId xmlns:a16="http://schemas.microsoft.com/office/drawing/2014/main" id="{94517AC1-37FD-CB5A-3C69-8242CD5811E7}"/>
              </a:ext>
            </a:extLst>
          </p:cNvPr>
          <p:cNvSpPr/>
          <p:nvPr/>
        </p:nvSpPr>
        <p:spPr>
          <a:xfrm>
            <a:off x="3153616" y="1508288"/>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9A8FF9D4-6726-0061-6C7F-E1EB366327DA}"/>
              </a:ext>
            </a:extLst>
          </p:cNvPr>
          <p:cNvSpPr txBox="1"/>
          <p:nvPr/>
        </p:nvSpPr>
        <p:spPr>
          <a:xfrm>
            <a:off x="6857688" y="3149078"/>
            <a:ext cx="3635180" cy="521553"/>
          </a:xfrm>
          <a:prstGeom prst="rect">
            <a:avLst/>
          </a:prstGeom>
          <a:noFill/>
        </p:spPr>
        <p:txBody>
          <a:bodyPr wrap="square" rtlCol="0" anchor="ctr">
            <a:spAutoFit/>
          </a:bodyPr>
          <a:lstStyle>
            <a:defPPr>
              <a:defRPr lang="en-US"/>
            </a:defPPr>
            <a:lvl1pPr marR="0" lvl="0" indent="0" algn="ctr" fontAlgn="auto">
              <a:lnSpc>
                <a:spcPct val="95000"/>
              </a:lnSpc>
              <a:spcBef>
                <a:spcPts val="0"/>
              </a:spcBef>
              <a:spcAft>
                <a:spcPts val="0"/>
              </a:spcAft>
              <a:buClrTx/>
              <a:buSzTx/>
              <a:buFontTx/>
              <a:buNone/>
              <a:tabLst/>
              <a:defRPr sz="4800" b="1" spc="-100">
                <a:ln w="3175">
                  <a:noFill/>
                </a:ln>
                <a:gradFill flip="none" rotWithShape="1">
                  <a:gsLst>
                    <a:gs pos="80000">
                      <a:srgbClr val="016BEB"/>
                    </a:gs>
                    <a:gs pos="30000">
                      <a:srgbClr val="CF43A2"/>
                    </a:gs>
                    <a:gs pos="0">
                      <a:srgbClr val="F09F52"/>
                    </a:gs>
                  </a:gsLst>
                  <a:path path="circle">
                    <a:fillToRect l="100000" t="100000"/>
                  </a:path>
                  <a:tileRect r="-100000" b="-100000"/>
                </a:gradFill>
                <a:latin typeface="Segoe UI Semibold" panose="020B0702040204020203" pitchFamily="34" charset="0"/>
                <a:ea typeface="Menlo" panose="020B0609030804020204" pitchFamily="49" charset="0"/>
                <a:cs typeface="Segoe UI Semibold" panose="020B0702040204020203" pitchFamily="34" charset="0"/>
              </a:defRPr>
            </a:lvl1pPr>
          </a:lstStyle>
          <a:p>
            <a:r>
              <a:rPr lang="en-US" sz="2936">
                <a:solidFill>
                  <a:schemeClr val="tx1"/>
                </a:solidFill>
                <a:latin typeface="Segoe Sans Display Semibold" pitchFamily="2" charset="0"/>
                <a:cs typeface="Segoe Sans Display Semibold" pitchFamily="2" charset="0"/>
              </a:rPr>
              <a:t>Now, </a:t>
            </a:r>
            <a:r>
              <a:rPr lang="en-US" sz="2936">
                <a:latin typeface="Segoe Sans Display Semibold" pitchFamily="2" charset="0"/>
                <a:cs typeface="Segoe Sans Display Semibold" pitchFamily="2" charset="0"/>
              </a:rPr>
              <a:t>augmented</a:t>
            </a:r>
            <a:r>
              <a:rPr lang="en-US" sz="2936">
                <a:solidFill>
                  <a:schemeClr val="bg1"/>
                </a:solidFill>
                <a:latin typeface="Segoe Sans Display Semibold" pitchFamily="2" charset="0"/>
                <a:cs typeface="Segoe Sans Display Semibold" pitchFamily="2" charset="0"/>
              </a:rPr>
              <a:t>.</a:t>
            </a:r>
          </a:p>
        </p:txBody>
      </p:sp>
      <p:grpSp>
        <p:nvGrpSpPr>
          <p:cNvPr id="10" name="You">
            <a:extLst>
              <a:ext uri="{FF2B5EF4-FFF2-40B4-BE49-F238E27FC236}">
                <a16:creationId xmlns:a16="http://schemas.microsoft.com/office/drawing/2014/main" id="{B6E9CC26-666C-83EA-1ACE-C6DC20002ECD}"/>
              </a:ext>
            </a:extLst>
          </p:cNvPr>
          <p:cNvGrpSpPr/>
          <p:nvPr/>
        </p:nvGrpSpPr>
        <p:grpSpPr>
          <a:xfrm>
            <a:off x="2119605" y="2713354"/>
            <a:ext cx="1278859" cy="1431293"/>
            <a:chOff x="5056804" y="2258899"/>
            <a:chExt cx="2090967" cy="2340202"/>
          </a:xfrm>
        </p:grpSpPr>
        <p:sp>
          <p:nvSpPr>
            <p:cNvPr id="12" name="Oval 11">
              <a:extLst>
                <a:ext uri="{FF2B5EF4-FFF2-40B4-BE49-F238E27FC236}">
                  <a16:creationId xmlns:a16="http://schemas.microsoft.com/office/drawing/2014/main" id="{855696DF-91C2-2BC0-E4DB-33BE4EE5D6EA}"/>
                </a:ext>
              </a:extLst>
            </p:cNvPr>
            <p:cNvSpPr/>
            <p:nvPr/>
          </p:nvSpPr>
          <p:spPr>
            <a:xfrm>
              <a:off x="5237692" y="2542653"/>
              <a:ext cx="1756727" cy="1756727"/>
            </a:xfrm>
            <a:prstGeom prst="ellipse">
              <a:avLst/>
            </a:prstGeom>
            <a:solidFill>
              <a:srgbClr val="0D173C">
                <a:alpha val="70000"/>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13" name="Group 12">
              <a:extLst>
                <a:ext uri="{FF2B5EF4-FFF2-40B4-BE49-F238E27FC236}">
                  <a16:creationId xmlns:a16="http://schemas.microsoft.com/office/drawing/2014/main" id="{4BB22C47-CC5B-FBDA-2A66-44BB38762344}"/>
                </a:ext>
              </a:extLst>
            </p:cNvPr>
            <p:cNvGrpSpPr/>
            <p:nvPr/>
          </p:nvGrpSpPr>
          <p:grpSpPr>
            <a:xfrm>
              <a:off x="5651255" y="2969623"/>
              <a:ext cx="918754" cy="918754"/>
              <a:chOff x="5651255" y="2969623"/>
              <a:chExt cx="918754" cy="918754"/>
            </a:xfrm>
          </p:grpSpPr>
          <p:sp>
            <p:nvSpPr>
              <p:cNvPr id="110" name="Oval 109">
                <a:extLst>
                  <a:ext uri="{FF2B5EF4-FFF2-40B4-BE49-F238E27FC236}">
                    <a16:creationId xmlns:a16="http://schemas.microsoft.com/office/drawing/2014/main" id="{99F9A52F-2ABA-C642-F777-11593A20D645}"/>
                  </a:ext>
                </a:extLst>
              </p:cNvPr>
              <p:cNvSpPr/>
              <p:nvPr/>
            </p:nvSpPr>
            <p:spPr>
              <a:xfrm>
                <a:off x="5651255" y="2969623"/>
                <a:ext cx="918754" cy="918754"/>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nvGrpSpPr>
              <p:cNvPr id="111" name="Graphic 24">
                <a:extLst>
                  <a:ext uri="{FF2B5EF4-FFF2-40B4-BE49-F238E27FC236}">
                    <a16:creationId xmlns:a16="http://schemas.microsoft.com/office/drawing/2014/main" id="{687A8A2D-F4C0-29B4-00BE-47C87A2AD1DE}"/>
                  </a:ext>
                </a:extLst>
              </p:cNvPr>
              <p:cNvGrpSpPr/>
              <p:nvPr/>
            </p:nvGrpSpPr>
            <p:grpSpPr>
              <a:xfrm>
                <a:off x="5879493" y="3122125"/>
                <a:ext cx="462279" cy="613749"/>
                <a:chOff x="7324464" y="2539185"/>
                <a:chExt cx="871198" cy="1156653"/>
              </a:xfrm>
              <a:gradFill>
                <a:gsLst>
                  <a:gs pos="100000">
                    <a:srgbClr val="41C9E4">
                      <a:lumMod val="5078"/>
                      <a:lumOff val="94922"/>
                    </a:srgbClr>
                  </a:gs>
                  <a:gs pos="0">
                    <a:srgbClr val="ED81FF">
                      <a:lumMod val="15000"/>
                      <a:lumOff val="85000"/>
                    </a:srgbClr>
                  </a:gs>
                </a:gsLst>
                <a:lin ang="2700000" scaled="1"/>
              </a:gradFill>
            </p:grpSpPr>
            <p:sp>
              <p:nvSpPr>
                <p:cNvPr id="113" name="Freeform 112">
                  <a:extLst>
                    <a:ext uri="{FF2B5EF4-FFF2-40B4-BE49-F238E27FC236}">
                      <a16:creationId xmlns:a16="http://schemas.microsoft.com/office/drawing/2014/main" id="{C721490B-61A2-6AE7-AD0D-E979B0176A7A}"/>
                    </a:ext>
                  </a:extLst>
                </p:cNvPr>
                <p:cNvSpPr/>
                <p:nvPr/>
              </p:nvSpPr>
              <p:spPr>
                <a:xfrm>
                  <a:off x="7503843" y="2539185"/>
                  <a:ext cx="512439" cy="522688"/>
                </a:xfrm>
                <a:custGeom>
                  <a:avLst/>
                  <a:gdLst>
                    <a:gd name="connsiteX0" fmla="*/ 512439 w 512439"/>
                    <a:gd name="connsiteY0" fmla="*/ 261344 h 522688"/>
                    <a:gd name="connsiteX1" fmla="*/ 256220 w 512439"/>
                    <a:gd name="connsiteY1" fmla="*/ 522688 h 522688"/>
                    <a:gd name="connsiteX2" fmla="*/ 0 w 512439"/>
                    <a:gd name="connsiteY2" fmla="*/ 261344 h 522688"/>
                    <a:gd name="connsiteX3" fmla="*/ 256220 w 512439"/>
                    <a:gd name="connsiteY3" fmla="*/ 0 h 522688"/>
                    <a:gd name="connsiteX4" fmla="*/ 512439 w 512439"/>
                    <a:gd name="connsiteY4" fmla="*/ 261344 h 52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439" h="522688">
                      <a:moveTo>
                        <a:pt x="512439" y="261344"/>
                      </a:moveTo>
                      <a:cubicBezTo>
                        <a:pt x="512439" y="405681"/>
                        <a:pt x="397726" y="522688"/>
                        <a:pt x="256220" y="522688"/>
                      </a:cubicBezTo>
                      <a:cubicBezTo>
                        <a:pt x="114713" y="522688"/>
                        <a:pt x="0" y="405681"/>
                        <a:pt x="0" y="261344"/>
                      </a:cubicBezTo>
                      <a:cubicBezTo>
                        <a:pt x="0" y="117008"/>
                        <a:pt x="114713" y="0"/>
                        <a:pt x="256220" y="0"/>
                      </a:cubicBezTo>
                      <a:cubicBezTo>
                        <a:pt x="397726" y="0"/>
                        <a:pt x="512439" y="117008"/>
                        <a:pt x="512439" y="261344"/>
                      </a:cubicBezTo>
                      <a:close/>
                    </a:path>
                  </a:pathLst>
                </a:custGeom>
                <a:grpFill/>
                <a:effectLst>
                  <a:outerShdw blurRad="279400" dist="152400" dir="5400000" algn="t" rotWithShape="0">
                    <a:srgbClr val="122836">
                      <a:alpha val="28000"/>
                    </a:srgbClr>
                  </a:outerShdw>
                </a:effectLst>
              </p:spPr>
              <p:txBody>
                <a:bodyPr rtlCol="0" anchor="ctr"/>
                <a:lstStyle/>
                <a:p>
                  <a:pPr defTabSz="559227"/>
                  <a:endParaRPr lang="en-US" sz="1079">
                    <a:noFill/>
                    <a:latin typeface="Segoe UI"/>
                  </a:endParaRPr>
                </a:p>
              </p:txBody>
            </p:sp>
            <p:sp>
              <p:nvSpPr>
                <p:cNvPr id="114" name="Freeform 113">
                  <a:extLst>
                    <a:ext uri="{FF2B5EF4-FFF2-40B4-BE49-F238E27FC236}">
                      <a16:creationId xmlns:a16="http://schemas.microsoft.com/office/drawing/2014/main" id="{4A0C4DBA-78BD-DC32-E33B-647E9BCB3DC0}"/>
                    </a:ext>
                  </a:extLst>
                </p:cNvPr>
                <p:cNvSpPr/>
                <p:nvPr/>
              </p:nvSpPr>
              <p:spPr>
                <a:xfrm>
                  <a:off x="7324464" y="3124362"/>
                  <a:ext cx="871198" cy="571475"/>
                </a:xfrm>
                <a:custGeom>
                  <a:avLst/>
                  <a:gdLst>
                    <a:gd name="connsiteX0" fmla="*/ 870939 w 871198"/>
                    <a:gd name="connsiteY0" fmla="*/ 404064 h 571475"/>
                    <a:gd name="connsiteX1" fmla="*/ 0 w 871198"/>
                    <a:gd name="connsiteY1" fmla="*/ 404064 h 571475"/>
                    <a:gd name="connsiteX2" fmla="*/ 435599 w 871198"/>
                    <a:gd name="connsiteY2" fmla="*/ 0 h 571475"/>
                    <a:gd name="connsiteX3" fmla="*/ 871199 w 871198"/>
                    <a:gd name="connsiteY3" fmla="*/ 404064 h 571475"/>
                  </a:gdLst>
                  <a:ahLst/>
                  <a:cxnLst>
                    <a:cxn ang="0">
                      <a:pos x="connsiteX0" y="connsiteY0"/>
                    </a:cxn>
                    <a:cxn ang="0">
                      <a:pos x="connsiteX1" y="connsiteY1"/>
                    </a:cxn>
                    <a:cxn ang="0">
                      <a:pos x="connsiteX2" y="connsiteY2"/>
                    </a:cxn>
                    <a:cxn ang="0">
                      <a:pos x="connsiteX3" y="connsiteY3"/>
                    </a:cxn>
                  </a:cxnLst>
                  <a:rect l="l" t="t" r="r" b="b"/>
                  <a:pathLst>
                    <a:path w="871198" h="571475">
                      <a:moveTo>
                        <a:pt x="870939" y="404064"/>
                      </a:moveTo>
                      <a:cubicBezTo>
                        <a:pt x="870939" y="627279"/>
                        <a:pt x="0" y="627279"/>
                        <a:pt x="0" y="404064"/>
                      </a:cubicBezTo>
                      <a:cubicBezTo>
                        <a:pt x="0" y="180849"/>
                        <a:pt x="194955" y="0"/>
                        <a:pt x="435599" y="0"/>
                      </a:cubicBezTo>
                      <a:cubicBezTo>
                        <a:pt x="676243" y="0"/>
                        <a:pt x="871199" y="180849"/>
                        <a:pt x="871199" y="404064"/>
                      </a:cubicBezTo>
                      <a:close/>
                    </a:path>
                  </a:pathLst>
                </a:custGeom>
                <a:grpFill/>
                <a:effectLst>
                  <a:outerShdw blurRad="279400" dist="152400" dir="5400000" algn="t" rotWithShape="0">
                    <a:srgbClr val="122836">
                      <a:alpha val="28000"/>
                    </a:srgbClr>
                  </a:outerShdw>
                </a:effectLst>
              </p:spPr>
              <p:txBody>
                <a:bodyPr rtlCol="0" anchor="ctr"/>
                <a:lstStyle/>
                <a:p>
                  <a:pPr defTabSz="559227"/>
                  <a:endParaRPr lang="en-US" sz="1079">
                    <a:noFill/>
                    <a:latin typeface="Segoe UI"/>
                  </a:endParaRPr>
                </a:p>
              </p:txBody>
            </p:sp>
          </p:grpSp>
          <p:sp>
            <p:nvSpPr>
              <p:cNvPr id="112" name="Oval 111">
                <a:extLst>
                  <a:ext uri="{FF2B5EF4-FFF2-40B4-BE49-F238E27FC236}">
                    <a16:creationId xmlns:a16="http://schemas.microsoft.com/office/drawing/2014/main" id="{C3E72C04-EEE3-0C0E-7432-7863016CC09A}"/>
                  </a:ext>
                </a:extLst>
              </p:cNvPr>
              <p:cNvSpPr/>
              <p:nvPr/>
            </p:nvSpPr>
            <p:spPr>
              <a:xfrm>
                <a:off x="5651255" y="2969623"/>
                <a:ext cx="918754" cy="918754"/>
              </a:xfrm>
              <a:prstGeom prst="ellipse">
                <a:avLst/>
              </a:prstGeom>
              <a:noFill/>
              <a:ln>
                <a:solidFill>
                  <a:srgbClr val="C24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grpSp>
          <p:nvGrpSpPr>
            <p:cNvPr id="14" name="Group 13">
              <a:extLst>
                <a:ext uri="{FF2B5EF4-FFF2-40B4-BE49-F238E27FC236}">
                  <a16:creationId xmlns:a16="http://schemas.microsoft.com/office/drawing/2014/main" id="{1B2EDBA3-BD2D-D639-0250-3B405672C78F}"/>
                </a:ext>
              </a:extLst>
            </p:cNvPr>
            <p:cNvGrpSpPr/>
            <p:nvPr/>
          </p:nvGrpSpPr>
          <p:grpSpPr>
            <a:xfrm>
              <a:off x="5056804" y="2666470"/>
              <a:ext cx="589140" cy="589140"/>
              <a:chOff x="5056804" y="2666470"/>
              <a:chExt cx="589140" cy="589140"/>
            </a:xfrm>
          </p:grpSpPr>
          <p:sp>
            <p:nvSpPr>
              <p:cNvPr id="107" name="Oval 106">
                <a:extLst>
                  <a:ext uri="{FF2B5EF4-FFF2-40B4-BE49-F238E27FC236}">
                    <a16:creationId xmlns:a16="http://schemas.microsoft.com/office/drawing/2014/main" id="{C2E546E5-5987-866E-6709-D52E918DC2EC}"/>
                  </a:ext>
                </a:extLst>
              </p:cNvPr>
              <p:cNvSpPr/>
              <p:nvPr/>
            </p:nvSpPr>
            <p:spPr>
              <a:xfrm>
                <a:off x="5056804" y="2666470"/>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108" name="Oval 107">
                <a:extLst>
                  <a:ext uri="{FF2B5EF4-FFF2-40B4-BE49-F238E27FC236}">
                    <a16:creationId xmlns:a16="http://schemas.microsoft.com/office/drawing/2014/main" id="{CEC3DD9C-C02F-E6EB-4AE5-6E091F00085F}"/>
                  </a:ext>
                </a:extLst>
              </p:cNvPr>
              <p:cNvSpPr/>
              <p:nvPr/>
            </p:nvSpPr>
            <p:spPr>
              <a:xfrm>
                <a:off x="5056804" y="2666470"/>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109" name="Graphic 108">
                <a:extLst>
                  <a:ext uri="{FF2B5EF4-FFF2-40B4-BE49-F238E27FC236}">
                    <a16:creationId xmlns:a16="http://schemas.microsoft.com/office/drawing/2014/main" id="{4F8289C3-8FAC-3EDF-DDA6-5D41202AB2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36543" y="2754566"/>
                <a:ext cx="419282" cy="419282"/>
              </a:xfrm>
              <a:prstGeom prst="rect">
                <a:avLst/>
              </a:prstGeom>
              <a:effectLst>
                <a:outerShdw blurRad="63500" sx="103000" sy="103000" algn="ctr" rotWithShape="0">
                  <a:prstClr val="black">
                    <a:alpha val="5000"/>
                  </a:prstClr>
                </a:outerShdw>
              </a:effectLst>
            </p:spPr>
          </p:pic>
        </p:grpSp>
        <p:grpSp>
          <p:nvGrpSpPr>
            <p:cNvPr id="15" name="Group 14">
              <a:extLst>
                <a:ext uri="{FF2B5EF4-FFF2-40B4-BE49-F238E27FC236}">
                  <a16:creationId xmlns:a16="http://schemas.microsoft.com/office/drawing/2014/main" id="{6A05A010-B049-7F68-BCFA-C380B0426132}"/>
                </a:ext>
              </a:extLst>
            </p:cNvPr>
            <p:cNvGrpSpPr/>
            <p:nvPr/>
          </p:nvGrpSpPr>
          <p:grpSpPr>
            <a:xfrm>
              <a:off x="5816062" y="4009961"/>
              <a:ext cx="589140" cy="589140"/>
              <a:chOff x="5816062" y="4009961"/>
              <a:chExt cx="589140" cy="589140"/>
            </a:xfrm>
          </p:grpSpPr>
          <p:sp>
            <p:nvSpPr>
              <p:cNvPr id="70" name="Oval 69">
                <a:extLst>
                  <a:ext uri="{FF2B5EF4-FFF2-40B4-BE49-F238E27FC236}">
                    <a16:creationId xmlns:a16="http://schemas.microsoft.com/office/drawing/2014/main" id="{5DC46CF2-8942-1D1C-ACE8-A758704BC2C5}"/>
                  </a:ext>
                </a:extLst>
              </p:cNvPr>
              <p:cNvSpPr/>
              <p:nvPr/>
            </p:nvSpPr>
            <p:spPr>
              <a:xfrm>
                <a:off x="5816062" y="4009961"/>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105" name="Oval 104">
                <a:extLst>
                  <a:ext uri="{FF2B5EF4-FFF2-40B4-BE49-F238E27FC236}">
                    <a16:creationId xmlns:a16="http://schemas.microsoft.com/office/drawing/2014/main" id="{F7CAD6EC-FC7F-8936-9826-F622E2A524C5}"/>
                  </a:ext>
                </a:extLst>
              </p:cNvPr>
              <p:cNvSpPr/>
              <p:nvPr/>
            </p:nvSpPr>
            <p:spPr>
              <a:xfrm>
                <a:off x="5816062" y="4009961"/>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106" name="Graphic 105">
                <a:extLst>
                  <a:ext uri="{FF2B5EF4-FFF2-40B4-BE49-F238E27FC236}">
                    <a16:creationId xmlns:a16="http://schemas.microsoft.com/office/drawing/2014/main" id="{6CF8A8B4-6A0D-B128-356C-30E737EC09F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2606" y="4082255"/>
                <a:ext cx="419282" cy="419282"/>
              </a:xfrm>
              <a:prstGeom prst="rect">
                <a:avLst/>
              </a:prstGeom>
              <a:effectLst>
                <a:outerShdw blurRad="63500" sx="103000" sy="103000" algn="ctr" rotWithShape="0">
                  <a:prstClr val="black">
                    <a:alpha val="5000"/>
                  </a:prstClr>
                </a:outerShdw>
              </a:effectLst>
            </p:spPr>
          </p:pic>
        </p:grpSp>
        <p:grpSp>
          <p:nvGrpSpPr>
            <p:cNvPr id="17" name="Group 16">
              <a:extLst>
                <a:ext uri="{FF2B5EF4-FFF2-40B4-BE49-F238E27FC236}">
                  <a16:creationId xmlns:a16="http://schemas.microsoft.com/office/drawing/2014/main" id="{6474488C-C908-6EE9-996D-72A0DB363B11}"/>
                </a:ext>
              </a:extLst>
            </p:cNvPr>
            <p:cNvGrpSpPr/>
            <p:nvPr/>
          </p:nvGrpSpPr>
          <p:grpSpPr>
            <a:xfrm>
              <a:off x="5816062" y="2258899"/>
              <a:ext cx="589140" cy="589140"/>
              <a:chOff x="5816062" y="2258899"/>
              <a:chExt cx="589140" cy="589140"/>
            </a:xfrm>
          </p:grpSpPr>
          <p:sp>
            <p:nvSpPr>
              <p:cNvPr id="43" name="Oval 42">
                <a:extLst>
                  <a:ext uri="{FF2B5EF4-FFF2-40B4-BE49-F238E27FC236}">
                    <a16:creationId xmlns:a16="http://schemas.microsoft.com/office/drawing/2014/main" id="{0FAD3744-AF35-AF83-D570-87E171A74332}"/>
                  </a:ext>
                </a:extLst>
              </p:cNvPr>
              <p:cNvSpPr/>
              <p:nvPr/>
            </p:nvSpPr>
            <p:spPr>
              <a:xfrm>
                <a:off x="5816062" y="2258899"/>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44" name="Oval 43">
                <a:extLst>
                  <a:ext uri="{FF2B5EF4-FFF2-40B4-BE49-F238E27FC236}">
                    <a16:creationId xmlns:a16="http://schemas.microsoft.com/office/drawing/2014/main" id="{2E127ED7-E263-ED7B-0467-553E18885B9A}"/>
                  </a:ext>
                </a:extLst>
              </p:cNvPr>
              <p:cNvSpPr/>
              <p:nvPr/>
            </p:nvSpPr>
            <p:spPr>
              <a:xfrm>
                <a:off x="5816062" y="2258899"/>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45" name="Graphic 44">
                <a:extLst>
                  <a:ext uri="{FF2B5EF4-FFF2-40B4-BE49-F238E27FC236}">
                    <a16:creationId xmlns:a16="http://schemas.microsoft.com/office/drawing/2014/main" id="{336DE790-9646-F2C7-9C48-07CEB738C2D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08711" y="2343828"/>
                <a:ext cx="419282" cy="419282"/>
              </a:xfrm>
              <a:prstGeom prst="rect">
                <a:avLst/>
              </a:prstGeom>
              <a:effectLst>
                <a:outerShdw blurRad="63500" sx="103000" sy="103000" algn="ctr" rotWithShape="0">
                  <a:prstClr val="black">
                    <a:alpha val="5000"/>
                  </a:prstClr>
                </a:outerShdw>
              </a:effectLst>
            </p:spPr>
          </p:pic>
        </p:grpSp>
        <p:grpSp>
          <p:nvGrpSpPr>
            <p:cNvPr id="19" name="Group 18">
              <a:extLst>
                <a:ext uri="{FF2B5EF4-FFF2-40B4-BE49-F238E27FC236}">
                  <a16:creationId xmlns:a16="http://schemas.microsoft.com/office/drawing/2014/main" id="{09030B8A-58C5-C779-7D22-81E56527ABEB}"/>
                </a:ext>
              </a:extLst>
            </p:cNvPr>
            <p:cNvGrpSpPr/>
            <p:nvPr/>
          </p:nvGrpSpPr>
          <p:grpSpPr>
            <a:xfrm>
              <a:off x="6547975" y="2661165"/>
              <a:ext cx="599796" cy="589140"/>
              <a:chOff x="6547975" y="2661165"/>
              <a:chExt cx="599796" cy="589140"/>
            </a:xfrm>
          </p:grpSpPr>
          <p:sp>
            <p:nvSpPr>
              <p:cNvPr id="33" name="Oval 32">
                <a:extLst>
                  <a:ext uri="{FF2B5EF4-FFF2-40B4-BE49-F238E27FC236}">
                    <a16:creationId xmlns:a16="http://schemas.microsoft.com/office/drawing/2014/main" id="{86860344-02A7-C2F6-005B-9393ABB7C941}"/>
                  </a:ext>
                </a:extLst>
              </p:cNvPr>
              <p:cNvSpPr/>
              <p:nvPr/>
            </p:nvSpPr>
            <p:spPr>
              <a:xfrm>
                <a:off x="6558631" y="2661165"/>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38" name="Oval 37">
                <a:extLst>
                  <a:ext uri="{FF2B5EF4-FFF2-40B4-BE49-F238E27FC236}">
                    <a16:creationId xmlns:a16="http://schemas.microsoft.com/office/drawing/2014/main" id="{0A03A999-8A21-920F-8BED-BFF92B064842}"/>
                  </a:ext>
                </a:extLst>
              </p:cNvPr>
              <p:cNvSpPr/>
              <p:nvPr/>
            </p:nvSpPr>
            <p:spPr>
              <a:xfrm>
                <a:off x="6547975" y="2661165"/>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nvGrpSpPr>
              <p:cNvPr id="39" name="Group 38">
                <a:extLst>
                  <a:ext uri="{FF2B5EF4-FFF2-40B4-BE49-F238E27FC236}">
                    <a16:creationId xmlns:a16="http://schemas.microsoft.com/office/drawing/2014/main" id="{EFC7F38C-C49F-1A63-3312-C3AF6B605E3B}"/>
                  </a:ext>
                </a:extLst>
              </p:cNvPr>
              <p:cNvGrpSpPr/>
              <p:nvPr/>
            </p:nvGrpSpPr>
            <p:grpSpPr>
              <a:xfrm>
                <a:off x="6671795" y="2830003"/>
                <a:ext cx="365760" cy="274320"/>
                <a:chOff x="14295748" y="9844198"/>
                <a:chExt cx="1028405" cy="822981"/>
              </a:xfrm>
              <a:solidFill>
                <a:schemeClr val="bg1"/>
              </a:solidFill>
            </p:grpSpPr>
            <p:sp>
              <p:nvSpPr>
                <p:cNvPr id="41" name="Graphic 152">
                  <a:extLst>
                    <a:ext uri="{FF2B5EF4-FFF2-40B4-BE49-F238E27FC236}">
                      <a16:creationId xmlns:a16="http://schemas.microsoft.com/office/drawing/2014/main" id="{EBE3978A-A563-E0BA-9E8C-7FB39BA9C599}"/>
                    </a:ext>
                  </a:extLst>
                </p:cNvPr>
                <p:cNvSpPr/>
                <p:nvPr/>
              </p:nvSpPr>
              <p:spPr>
                <a:xfrm>
                  <a:off x="14295748" y="9844198"/>
                  <a:ext cx="1028405" cy="822981"/>
                </a:xfrm>
                <a:custGeom>
                  <a:avLst/>
                  <a:gdLst>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436661 w 1028405"/>
                    <a:gd name="csY21" fmla="*/ 506541 h 822981"/>
                    <a:gd name="csX22" fmla="*/ 308522 w 1028405"/>
                    <a:gd name="csY22" fmla="*/ 591384 h 822981"/>
                    <a:gd name="csX23" fmla="*/ 180382 w 1028405"/>
                    <a:gd name="csY23" fmla="*/ 506541 h 822981"/>
                    <a:gd name="csX24" fmla="*/ 179971 w 1028405"/>
                    <a:gd name="csY24" fmla="*/ 500885 h 822981"/>
                    <a:gd name="csX25" fmla="*/ 179971 w 1028405"/>
                    <a:gd name="csY25" fmla="*/ 475637 h 822981"/>
                    <a:gd name="csX26" fmla="*/ 218536 w 1028405"/>
                    <a:gd name="csY26" fmla="*/ 437072 h 822981"/>
                    <a:gd name="csX27" fmla="*/ 398507 w 1028405"/>
                    <a:gd name="csY27" fmla="*/ 437072 h 822981"/>
                    <a:gd name="csX28" fmla="*/ 578581 w 1028405"/>
                    <a:gd name="csY28" fmla="*/ 462577 h 822981"/>
                    <a:gd name="csX29" fmla="*/ 809869 w 1028405"/>
                    <a:gd name="csY29" fmla="*/ 462577 h 822981"/>
                    <a:gd name="csX30" fmla="*/ 848424 w 1028405"/>
                    <a:gd name="csY30" fmla="*/ 501152 h 822981"/>
                    <a:gd name="csX31" fmla="*/ 815114 w 1028405"/>
                    <a:gd name="csY31" fmla="*/ 539347 h 822981"/>
                    <a:gd name="csX32" fmla="*/ 809869 w 1028405"/>
                    <a:gd name="csY32" fmla="*/ 539707 h 822981"/>
                    <a:gd name="csX33" fmla="*/ 578581 w 1028405"/>
                    <a:gd name="csY33" fmla="*/ 539707 h 822981"/>
                    <a:gd name="csX34" fmla="*/ 540026 w 1028405"/>
                    <a:gd name="csY34" fmla="*/ 501131 h 822981"/>
                    <a:gd name="csX35" fmla="*/ 573336 w 1028405"/>
                    <a:gd name="csY35" fmla="*/ 462937 h 822981"/>
                    <a:gd name="csX36" fmla="*/ 578581 w 1028405"/>
                    <a:gd name="csY36" fmla="*/ 462577 h 822981"/>
                    <a:gd name="csX37" fmla="*/ 809869 w 1028405"/>
                    <a:gd name="csY37" fmla="*/ 462577 h 822981"/>
                    <a:gd name="csX38" fmla="*/ 578581 w 1028405"/>
                    <a:gd name="csY38" fmla="*/ 462577 h 822981"/>
                    <a:gd name="csX39" fmla="*/ 308522 w 1028405"/>
                    <a:gd name="csY39" fmla="*/ 231494 h 822981"/>
                    <a:gd name="csX40" fmla="*/ 385652 w 1028405"/>
                    <a:gd name="csY40" fmla="*/ 308624 h 822981"/>
                    <a:gd name="csX41" fmla="*/ 308522 w 1028405"/>
                    <a:gd name="csY41" fmla="*/ 385755 h 822981"/>
                    <a:gd name="csX42" fmla="*/ 231391 w 1028405"/>
                    <a:gd name="csY42" fmla="*/ 308624 h 822981"/>
                    <a:gd name="csX43" fmla="*/ 308522 w 1028405"/>
                    <a:gd name="csY43" fmla="*/ 231494 h 822981"/>
                    <a:gd name="csX44" fmla="*/ 578581 w 1028405"/>
                    <a:gd name="csY44" fmla="*/ 282811 h 822981"/>
                    <a:gd name="csX45" fmla="*/ 809869 w 1028405"/>
                    <a:gd name="csY45" fmla="*/ 282811 h 822981"/>
                    <a:gd name="csX46" fmla="*/ 848424 w 1028405"/>
                    <a:gd name="csY46" fmla="*/ 321387 h 822981"/>
                    <a:gd name="csX47" fmla="*/ 815114 w 1028405"/>
                    <a:gd name="csY47" fmla="*/ 359582 h 822981"/>
                    <a:gd name="csX48" fmla="*/ 809869 w 1028405"/>
                    <a:gd name="csY48" fmla="*/ 359942 h 822981"/>
                    <a:gd name="csX49" fmla="*/ 578581 w 1028405"/>
                    <a:gd name="csY49" fmla="*/ 359942 h 822981"/>
                    <a:gd name="csX50" fmla="*/ 540026 w 1028405"/>
                    <a:gd name="csY50" fmla="*/ 321366 h 822981"/>
                    <a:gd name="csX51" fmla="*/ 573336 w 1028405"/>
                    <a:gd name="csY51" fmla="*/ 283171 h 822981"/>
                    <a:gd name="csX52" fmla="*/ 578581 w 1028405"/>
                    <a:gd name="csY52" fmla="*/ 282811 h 822981"/>
                    <a:gd name="csX53" fmla="*/ 809869 w 1028405"/>
                    <a:gd name="csY53" fmla="*/ 282811 h 822981"/>
                    <a:gd name="csX54" fmla="*/ 578581 w 1028405"/>
                    <a:gd name="csY54"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462061 w 1028405"/>
                    <a:gd name="csY21" fmla="*/ 598616 h 822981"/>
                    <a:gd name="csX22" fmla="*/ 308522 w 1028405"/>
                    <a:gd name="csY22" fmla="*/ 591384 h 822981"/>
                    <a:gd name="csX23" fmla="*/ 180382 w 1028405"/>
                    <a:gd name="csY23" fmla="*/ 506541 h 822981"/>
                    <a:gd name="csX24" fmla="*/ 179971 w 1028405"/>
                    <a:gd name="csY24" fmla="*/ 500885 h 822981"/>
                    <a:gd name="csX25" fmla="*/ 179971 w 1028405"/>
                    <a:gd name="csY25" fmla="*/ 475637 h 822981"/>
                    <a:gd name="csX26" fmla="*/ 218536 w 1028405"/>
                    <a:gd name="csY26" fmla="*/ 437072 h 822981"/>
                    <a:gd name="csX27" fmla="*/ 398507 w 1028405"/>
                    <a:gd name="csY27" fmla="*/ 437072 h 822981"/>
                    <a:gd name="csX28" fmla="*/ 578581 w 1028405"/>
                    <a:gd name="csY28" fmla="*/ 462577 h 822981"/>
                    <a:gd name="csX29" fmla="*/ 809869 w 1028405"/>
                    <a:gd name="csY29" fmla="*/ 462577 h 822981"/>
                    <a:gd name="csX30" fmla="*/ 848424 w 1028405"/>
                    <a:gd name="csY30" fmla="*/ 501152 h 822981"/>
                    <a:gd name="csX31" fmla="*/ 815114 w 1028405"/>
                    <a:gd name="csY31" fmla="*/ 539347 h 822981"/>
                    <a:gd name="csX32" fmla="*/ 809869 w 1028405"/>
                    <a:gd name="csY32" fmla="*/ 539707 h 822981"/>
                    <a:gd name="csX33" fmla="*/ 578581 w 1028405"/>
                    <a:gd name="csY33" fmla="*/ 539707 h 822981"/>
                    <a:gd name="csX34" fmla="*/ 540026 w 1028405"/>
                    <a:gd name="csY34" fmla="*/ 501131 h 822981"/>
                    <a:gd name="csX35" fmla="*/ 573336 w 1028405"/>
                    <a:gd name="csY35" fmla="*/ 462937 h 822981"/>
                    <a:gd name="csX36" fmla="*/ 578581 w 1028405"/>
                    <a:gd name="csY36" fmla="*/ 462577 h 822981"/>
                    <a:gd name="csX37" fmla="*/ 809869 w 1028405"/>
                    <a:gd name="csY37" fmla="*/ 462577 h 822981"/>
                    <a:gd name="csX38" fmla="*/ 578581 w 1028405"/>
                    <a:gd name="csY38" fmla="*/ 462577 h 822981"/>
                    <a:gd name="csX39" fmla="*/ 308522 w 1028405"/>
                    <a:gd name="csY39" fmla="*/ 231494 h 822981"/>
                    <a:gd name="csX40" fmla="*/ 385652 w 1028405"/>
                    <a:gd name="csY40" fmla="*/ 308624 h 822981"/>
                    <a:gd name="csX41" fmla="*/ 308522 w 1028405"/>
                    <a:gd name="csY41" fmla="*/ 385755 h 822981"/>
                    <a:gd name="csX42" fmla="*/ 231391 w 1028405"/>
                    <a:gd name="csY42" fmla="*/ 308624 h 822981"/>
                    <a:gd name="csX43" fmla="*/ 308522 w 1028405"/>
                    <a:gd name="csY43" fmla="*/ 231494 h 822981"/>
                    <a:gd name="csX44" fmla="*/ 578581 w 1028405"/>
                    <a:gd name="csY44" fmla="*/ 282811 h 822981"/>
                    <a:gd name="csX45" fmla="*/ 809869 w 1028405"/>
                    <a:gd name="csY45" fmla="*/ 282811 h 822981"/>
                    <a:gd name="csX46" fmla="*/ 848424 w 1028405"/>
                    <a:gd name="csY46" fmla="*/ 321387 h 822981"/>
                    <a:gd name="csX47" fmla="*/ 815114 w 1028405"/>
                    <a:gd name="csY47" fmla="*/ 359582 h 822981"/>
                    <a:gd name="csX48" fmla="*/ 809869 w 1028405"/>
                    <a:gd name="csY48" fmla="*/ 359942 h 822981"/>
                    <a:gd name="csX49" fmla="*/ 578581 w 1028405"/>
                    <a:gd name="csY49" fmla="*/ 359942 h 822981"/>
                    <a:gd name="csX50" fmla="*/ 540026 w 1028405"/>
                    <a:gd name="csY50" fmla="*/ 321366 h 822981"/>
                    <a:gd name="csX51" fmla="*/ 573336 w 1028405"/>
                    <a:gd name="csY51" fmla="*/ 283171 h 822981"/>
                    <a:gd name="csX52" fmla="*/ 578581 w 1028405"/>
                    <a:gd name="csY52" fmla="*/ 282811 h 822981"/>
                    <a:gd name="csX53" fmla="*/ 809869 w 1028405"/>
                    <a:gd name="csY53" fmla="*/ 282811 h 822981"/>
                    <a:gd name="csX54" fmla="*/ 578581 w 1028405"/>
                    <a:gd name="csY54"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308522 w 1028405"/>
                    <a:gd name="csY21" fmla="*/ 591384 h 822981"/>
                    <a:gd name="csX22" fmla="*/ 180382 w 1028405"/>
                    <a:gd name="csY22" fmla="*/ 506541 h 822981"/>
                    <a:gd name="csX23" fmla="*/ 179971 w 1028405"/>
                    <a:gd name="csY23" fmla="*/ 500885 h 822981"/>
                    <a:gd name="csX24" fmla="*/ 179971 w 1028405"/>
                    <a:gd name="csY24" fmla="*/ 475637 h 822981"/>
                    <a:gd name="csX25" fmla="*/ 218536 w 1028405"/>
                    <a:gd name="csY25" fmla="*/ 437072 h 822981"/>
                    <a:gd name="csX26" fmla="*/ 398507 w 1028405"/>
                    <a:gd name="csY26" fmla="*/ 437072 h 822981"/>
                    <a:gd name="csX27" fmla="*/ 578581 w 1028405"/>
                    <a:gd name="csY27" fmla="*/ 462577 h 822981"/>
                    <a:gd name="csX28" fmla="*/ 809869 w 1028405"/>
                    <a:gd name="csY28" fmla="*/ 462577 h 822981"/>
                    <a:gd name="csX29" fmla="*/ 848424 w 1028405"/>
                    <a:gd name="csY29" fmla="*/ 501152 h 822981"/>
                    <a:gd name="csX30" fmla="*/ 815114 w 1028405"/>
                    <a:gd name="csY30" fmla="*/ 539347 h 822981"/>
                    <a:gd name="csX31" fmla="*/ 809869 w 1028405"/>
                    <a:gd name="csY31" fmla="*/ 539707 h 822981"/>
                    <a:gd name="csX32" fmla="*/ 578581 w 1028405"/>
                    <a:gd name="csY32" fmla="*/ 539707 h 822981"/>
                    <a:gd name="csX33" fmla="*/ 540026 w 1028405"/>
                    <a:gd name="csY33" fmla="*/ 501131 h 822981"/>
                    <a:gd name="csX34" fmla="*/ 573336 w 1028405"/>
                    <a:gd name="csY34" fmla="*/ 462937 h 822981"/>
                    <a:gd name="csX35" fmla="*/ 578581 w 1028405"/>
                    <a:gd name="csY35" fmla="*/ 462577 h 822981"/>
                    <a:gd name="csX36" fmla="*/ 809869 w 1028405"/>
                    <a:gd name="csY36" fmla="*/ 462577 h 822981"/>
                    <a:gd name="csX37" fmla="*/ 578581 w 1028405"/>
                    <a:gd name="csY37" fmla="*/ 462577 h 822981"/>
                    <a:gd name="csX38" fmla="*/ 308522 w 1028405"/>
                    <a:gd name="csY38" fmla="*/ 231494 h 822981"/>
                    <a:gd name="csX39" fmla="*/ 385652 w 1028405"/>
                    <a:gd name="csY39" fmla="*/ 308624 h 822981"/>
                    <a:gd name="csX40" fmla="*/ 308522 w 1028405"/>
                    <a:gd name="csY40" fmla="*/ 385755 h 822981"/>
                    <a:gd name="csX41" fmla="*/ 231391 w 1028405"/>
                    <a:gd name="csY41" fmla="*/ 308624 h 822981"/>
                    <a:gd name="csX42" fmla="*/ 308522 w 1028405"/>
                    <a:gd name="csY42" fmla="*/ 231494 h 822981"/>
                    <a:gd name="csX43" fmla="*/ 578581 w 1028405"/>
                    <a:gd name="csY43" fmla="*/ 282811 h 822981"/>
                    <a:gd name="csX44" fmla="*/ 809869 w 1028405"/>
                    <a:gd name="csY44" fmla="*/ 282811 h 822981"/>
                    <a:gd name="csX45" fmla="*/ 848424 w 1028405"/>
                    <a:gd name="csY45" fmla="*/ 321387 h 822981"/>
                    <a:gd name="csX46" fmla="*/ 815114 w 1028405"/>
                    <a:gd name="csY46" fmla="*/ 359582 h 822981"/>
                    <a:gd name="csX47" fmla="*/ 809869 w 1028405"/>
                    <a:gd name="csY47" fmla="*/ 359942 h 822981"/>
                    <a:gd name="csX48" fmla="*/ 578581 w 1028405"/>
                    <a:gd name="csY48" fmla="*/ 359942 h 822981"/>
                    <a:gd name="csX49" fmla="*/ 540026 w 1028405"/>
                    <a:gd name="csY49" fmla="*/ 321366 h 822981"/>
                    <a:gd name="csX50" fmla="*/ 573336 w 1028405"/>
                    <a:gd name="csY50" fmla="*/ 283171 h 822981"/>
                    <a:gd name="csX51" fmla="*/ 578581 w 1028405"/>
                    <a:gd name="csY51" fmla="*/ 282811 h 822981"/>
                    <a:gd name="csX52" fmla="*/ 809869 w 1028405"/>
                    <a:gd name="csY52" fmla="*/ 282811 h 822981"/>
                    <a:gd name="csX53" fmla="*/ 578581 w 1028405"/>
                    <a:gd name="csY53"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308522 w 1028405"/>
                    <a:gd name="csY20" fmla="*/ 591384 h 822981"/>
                    <a:gd name="csX21" fmla="*/ 180382 w 1028405"/>
                    <a:gd name="csY21" fmla="*/ 506541 h 822981"/>
                    <a:gd name="csX22" fmla="*/ 179971 w 1028405"/>
                    <a:gd name="csY22" fmla="*/ 500885 h 822981"/>
                    <a:gd name="csX23" fmla="*/ 179971 w 1028405"/>
                    <a:gd name="csY23" fmla="*/ 475637 h 822981"/>
                    <a:gd name="csX24" fmla="*/ 218536 w 1028405"/>
                    <a:gd name="csY24" fmla="*/ 437072 h 822981"/>
                    <a:gd name="csX25" fmla="*/ 398507 w 1028405"/>
                    <a:gd name="csY25" fmla="*/ 437072 h 822981"/>
                    <a:gd name="csX26" fmla="*/ 578581 w 1028405"/>
                    <a:gd name="csY26" fmla="*/ 462577 h 822981"/>
                    <a:gd name="csX27" fmla="*/ 809869 w 1028405"/>
                    <a:gd name="csY27" fmla="*/ 462577 h 822981"/>
                    <a:gd name="csX28" fmla="*/ 848424 w 1028405"/>
                    <a:gd name="csY28" fmla="*/ 501152 h 822981"/>
                    <a:gd name="csX29" fmla="*/ 815114 w 1028405"/>
                    <a:gd name="csY29" fmla="*/ 539347 h 822981"/>
                    <a:gd name="csX30" fmla="*/ 809869 w 1028405"/>
                    <a:gd name="csY30" fmla="*/ 539707 h 822981"/>
                    <a:gd name="csX31" fmla="*/ 578581 w 1028405"/>
                    <a:gd name="csY31" fmla="*/ 539707 h 822981"/>
                    <a:gd name="csX32" fmla="*/ 540026 w 1028405"/>
                    <a:gd name="csY32" fmla="*/ 501131 h 822981"/>
                    <a:gd name="csX33" fmla="*/ 573336 w 1028405"/>
                    <a:gd name="csY33" fmla="*/ 462937 h 822981"/>
                    <a:gd name="csX34" fmla="*/ 578581 w 1028405"/>
                    <a:gd name="csY34" fmla="*/ 462577 h 822981"/>
                    <a:gd name="csX35" fmla="*/ 809869 w 1028405"/>
                    <a:gd name="csY35" fmla="*/ 462577 h 822981"/>
                    <a:gd name="csX36" fmla="*/ 578581 w 1028405"/>
                    <a:gd name="csY36" fmla="*/ 462577 h 822981"/>
                    <a:gd name="csX37" fmla="*/ 308522 w 1028405"/>
                    <a:gd name="csY37" fmla="*/ 231494 h 822981"/>
                    <a:gd name="csX38" fmla="*/ 385652 w 1028405"/>
                    <a:gd name="csY38" fmla="*/ 308624 h 822981"/>
                    <a:gd name="csX39" fmla="*/ 308522 w 1028405"/>
                    <a:gd name="csY39" fmla="*/ 385755 h 822981"/>
                    <a:gd name="csX40" fmla="*/ 231391 w 1028405"/>
                    <a:gd name="csY40" fmla="*/ 308624 h 822981"/>
                    <a:gd name="csX41" fmla="*/ 308522 w 1028405"/>
                    <a:gd name="csY41" fmla="*/ 231494 h 822981"/>
                    <a:gd name="csX42" fmla="*/ 578581 w 1028405"/>
                    <a:gd name="csY42" fmla="*/ 282811 h 822981"/>
                    <a:gd name="csX43" fmla="*/ 809869 w 1028405"/>
                    <a:gd name="csY43" fmla="*/ 282811 h 822981"/>
                    <a:gd name="csX44" fmla="*/ 848424 w 1028405"/>
                    <a:gd name="csY44" fmla="*/ 321387 h 822981"/>
                    <a:gd name="csX45" fmla="*/ 815114 w 1028405"/>
                    <a:gd name="csY45" fmla="*/ 359582 h 822981"/>
                    <a:gd name="csX46" fmla="*/ 809869 w 1028405"/>
                    <a:gd name="csY46" fmla="*/ 359942 h 822981"/>
                    <a:gd name="csX47" fmla="*/ 578581 w 1028405"/>
                    <a:gd name="csY47" fmla="*/ 359942 h 822981"/>
                    <a:gd name="csX48" fmla="*/ 540026 w 1028405"/>
                    <a:gd name="csY48" fmla="*/ 321366 h 822981"/>
                    <a:gd name="csX49" fmla="*/ 573336 w 1028405"/>
                    <a:gd name="csY49" fmla="*/ 283171 h 822981"/>
                    <a:gd name="csX50" fmla="*/ 578581 w 1028405"/>
                    <a:gd name="csY50" fmla="*/ 282811 h 822981"/>
                    <a:gd name="csX51" fmla="*/ 809869 w 1028405"/>
                    <a:gd name="csY51" fmla="*/ 282811 h 822981"/>
                    <a:gd name="csX52" fmla="*/ 578581 w 1028405"/>
                    <a:gd name="csY52"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398507 w 1028405"/>
                    <a:gd name="csY24" fmla="*/ 437072 h 822981"/>
                    <a:gd name="csX25" fmla="*/ 578581 w 1028405"/>
                    <a:gd name="csY25" fmla="*/ 462577 h 822981"/>
                    <a:gd name="csX26" fmla="*/ 809869 w 1028405"/>
                    <a:gd name="csY26" fmla="*/ 462577 h 822981"/>
                    <a:gd name="csX27" fmla="*/ 848424 w 1028405"/>
                    <a:gd name="csY27" fmla="*/ 501152 h 822981"/>
                    <a:gd name="csX28" fmla="*/ 815114 w 1028405"/>
                    <a:gd name="csY28" fmla="*/ 539347 h 822981"/>
                    <a:gd name="csX29" fmla="*/ 809869 w 1028405"/>
                    <a:gd name="csY29" fmla="*/ 539707 h 822981"/>
                    <a:gd name="csX30" fmla="*/ 578581 w 1028405"/>
                    <a:gd name="csY30" fmla="*/ 539707 h 822981"/>
                    <a:gd name="csX31" fmla="*/ 540026 w 1028405"/>
                    <a:gd name="csY31" fmla="*/ 501131 h 822981"/>
                    <a:gd name="csX32" fmla="*/ 573336 w 1028405"/>
                    <a:gd name="csY32" fmla="*/ 462937 h 822981"/>
                    <a:gd name="csX33" fmla="*/ 578581 w 1028405"/>
                    <a:gd name="csY33" fmla="*/ 462577 h 822981"/>
                    <a:gd name="csX34" fmla="*/ 809869 w 1028405"/>
                    <a:gd name="csY34" fmla="*/ 462577 h 822981"/>
                    <a:gd name="csX35" fmla="*/ 578581 w 1028405"/>
                    <a:gd name="csY35" fmla="*/ 462577 h 822981"/>
                    <a:gd name="csX36" fmla="*/ 308522 w 1028405"/>
                    <a:gd name="csY36" fmla="*/ 231494 h 822981"/>
                    <a:gd name="csX37" fmla="*/ 385652 w 1028405"/>
                    <a:gd name="csY37" fmla="*/ 308624 h 822981"/>
                    <a:gd name="csX38" fmla="*/ 308522 w 1028405"/>
                    <a:gd name="csY38" fmla="*/ 385755 h 822981"/>
                    <a:gd name="csX39" fmla="*/ 231391 w 1028405"/>
                    <a:gd name="csY39" fmla="*/ 308624 h 822981"/>
                    <a:gd name="csX40" fmla="*/ 308522 w 1028405"/>
                    <a:gd name="csY40" fmla="*/ 231494 h 822981"/>
                    <a:gd name="csX41" fmla="*/ 578581 w 1028405"/>
                    <a:gd name="csY41" fmla="*/ 282811 h 822981"/>
                    <a:gd name="csX42" fmla="*/ 809869 w 1028405"/>
                    <a:gd name="csY42" fmla="*/ 282811 h 822981"/>
                    <a:gd name="csX43" fmla="*/ 848424 w 1028405"/>
                    <a:gd name="csY43" fmla="*/ 321387 h 822981"/>
                    <a:gd name="csX44" fmla="*/ 815114 w 1028405"/>
                    <a:gd name="csY44" fmla="*/ 359582 h 822981"/>
                    <a:gd name="csX45" fmla="*/ 809869 w 1028405"/>
                    <a:gd name="csY45" fmla="*/ 359942 h 822981"/>
                    <a:gd name="csX46" fmla="*/ 578581 w 1028405"/>
                    <a:gd name="csY46" fmla="*/ 359942 h 822981"/>
                    <a:gd name="csX47" fmla="*/ 540026 w 1028405"/>
                    <a:gd name="csY47" fmla="*/ 321366 h 822981"/>
                    <a:gd name="csX48" fmla="*/ 573336 w 1028405"/>
                    <a:gd name="csY48" fmla="*/ 283171 h 822981"/>
                    <a:gd name="csX49" fmla="*/ 578581 w 1028405"/>
                    <a:gd name="csY49" fmla="*/ 282811 h 822981"/>
                    <a:gd name="csX50" fmla="*/ 809869 w 1028405"/>
                    <a:gd name="csY50" fmla="*/ 282811 h 822981"/>
                    <a:gd name="csX51" fmla="*/ 578581 w 1028405"/>
                    <a:gd name="csY51"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218536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578581 w 1028405"/>
                    <a:gd name="csY24" fmla="*/ 462577 h 822981"/>
                    <a:gd name="csX25" fmla="*/ 809869 w 1028405"/>
                    <a:gd name="csY25" fmla="*/ 462577 h 822981"/>
                    <a:gd name="csX26" fmla="*/ 848424 w 1028405"/>
                    <a:gd name="csY26" fmla="*/ 501152 h 822981"/>
                    <a:gd name="csX27" fmla="*/ 815114 w 1028405"/>
                    <a:gd name="csY27" fmla="*/ 539347 h 822981"/>
                    <a:gd name="csX28" fmla="*/ 809869 w 1028405"/>
                    <a:gd name="csY28" fmla="*/ 539707 h 822981"/>
                    <a:gd name="csX29" fmla="*/ 578581 w 1028405"/>
                    <a:gd name="csY29" fmla="*/ 539707 h 822981"/>
                    <a:gd name="csX30" fmla="*/ 540026 w 1028405"/>
                    <a:gd name="csY30" fmla="*/ 501131 h 822981"/>
                    <a:gd name="csX31" fmla="*/ 573336 w 1028405"/>
                    <a:gd name="csY31" fmla="*/ 462937 h 822981"/>
                    <a:gd name="csX32" fmla="*/ 578581 w 1028405"/>
                    <a:gd name="csY32" fmla="*/ 462577 h 822981"/>
                    <a:gd name="csX33" fmla="*/ 809869 w 1028405"/>
                    <a:gd name="csY33" fmla="*/ 462577 h 822981"/>
                    <a:gd name="csX34" fmla="*/ 578581 w 1028405"/>
                    <a:gd name="csY34" fmla="*/ 462577 h 822981"/>
                    <a:gd name="csX35" fmla="*/ 308522 w 1028405"/>
                    <a:gd name="csY35" fmla="*/ 231494 h 822981"/>
                    <a:gd name="csX36" fmla="*/ 385652 w 1028405"/>
                    <a:gd name="csY36" fmla="*/ 308624 h 822981"/>
                    <a:gd name="csX37" fmla="*/ 308522 w 1028405"/>
                    <a:gd name="csY37" fmla="*/ 385755 h 822981"/>
                    <a:gd name="csX38" fmla="*/ 231391 w 1028405"/>
                    <a:gd name="csY38" fmla="*/ 308624 h 822981"/>
                    <a:gd name="csX39" fmla="*/ 308522 w 1028405"/>
                    <a:gd name="csY39" fmla="*/ 231494 h 822981"/>
                    <a:gd name="csX40" fmla="*/ 578581 w 1028405"/>
                    <a:gd name="csY40" fmla="*/ 282811 h 822981"/>
                    <a:gd name="csX41" fmla="*/ 809869 w 1028405"/>
                    <a:gd name="csY41" fmla="*/ 282811 h 822981"/>
                    <a:gd name="csX42" fmla="*/ 848424 w 1028405"/>
                    <a:gd name="csY42" fmla="*/ 321387 h 822981"/>
                    <a:gd name="csX43" fmla="*/ 815114 w 1028405"/>
                    <a:gd name="csY43" fmla="*/ 359582 h 822981"/>
                    <a:gd name="csX44" fmla="*/ 809869 w 1028405"/>
                    <a:gd name="csY44" fmla="*/ 359942 h 822981"/>
                    <a:gd name="csX45" fmla="*/ 578581 w 1028405"/>
                    <a:gd name="csY45" fmla="*/ 359942 h 822981"/>
                    <a:gd name="csX46" fmla="*/ 540026 w 1028405"/>
                    <a:gd name="csY46" fmla="*/ 321366 h 822981"/>
                    <a:gd name="csX47" fmla="*/ 573336 w 1028405"/>
                    <a:gd name="csY47" fmla="*/ 283171 h 822981"/>
                    <a:gd name="csX48" fmla="*/ 578581 w 1028405"/>
                    <a:gd name="csY48" fmla="*/ 282811 h 822981"/>
                    <a:gd name="csX49" fmla="*/ 809869 w 1028405"/>
                    <a:gd name="csY49" fmla="*/ 282811 h 822981"/>
                    <a:gd name="csX50" fmla="*/ 578581 w 1028405"/>
                    <a:gd name="csY50"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218536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578581 w 1028405"/>
                    <a:gd name="csY24" fmla="*/ 462577 h 822981"/>
                    <a:gd name="csX25" fmla="*/ 809869 w 1028405"/>
                    <a:gd name="csY25" fmla="*/ 462577 h 822981"/>
                    <a:gd name="csX26" fmla="*/ 848424 w 1028405"/>
                    <a:gd name="csY26" fmla="*/ 501152 h 822981"/>
                    <a:gd name="csX27" fmla="*/ 815114 w 1028405"/>
                    <a:gd name="csY27" fmla="*/ 539347 h 822981"/>
                    <a:gd name="csX28" fmla="*/ 809869 w 1028405"/>
                    <a:gd name="csY28" fmla="*/ 539707 h 822981"/>
                    <a:gd name="csX29" fmla="*/ 578581 w 1028405"/>
                    <a:gd name="csY29" fmla="*/ 539707 h 822981"/>
                    <a:gd name="csX30" fmla="*/ 540026 w 1028405"/>
                    <a:gd name="csY30" fmla="*/ 501131 h 822981"/>
                    <a:gd name="csX31" fmla="*/ 573336 w 1028405"/>
                    <a:gd name="csY31" fmla="*/ 462937 h 822981"/>
                    <a:gd name="csX32" fmla="*/ 578581 w 1028405"/>
                    <a:gd name="csY32" fmla="*/ 462577 h 822981"/>
                    <a:gd name="csX33" fmla="*/ 809869 w 1028405"/>
                    <a:gd name="csY33" fmla="*/ 462577 h 822981"/>
                    <a:gd name="csX34" fmla="*/ 578581 w 1028405"/>
                    <a:gd name="csY34" fmla="*/ 462577 h 822981"/>
                    <a:gd name="csX35" fmla="*/ 308522 w 1028405"/>
                    <a:gd name="csY35" fmla="*/ 231494 h 822981"/>
                    <a:gd name="csX36" fmla="*/ 308522 w 1028405"/>
                    <a:gd name="csY36" fmla="*/ 385755 h 822981"/>
                    <a:gd name="csX37" fmla="*/ 231391 w 1028405"/>
                    <a:gd name="csY37" fmla="*/ 308624 h 822981"/>
                    <a:gd name="csX38" fmla="*/ 308522 w 1028405"/>
                    <a:gd name="csY38" fmla="*/ 231494 h 822981"/>
                    <a:gd name="csX39" fmla="*/ 578581 w 1028405"/>
                    <a:gd name="csY39" fmla="*/ 282811 h 822981"/>
                    <a:gd name="csX40" fmla="*/ 809869 w 1028405"/>
                    <a:gd name="csY40" fmla="*/ 282811 h 822981"/>
                    <a:gd name="csX41" fmla="*/ 848424 w 1028405"/>
                    <a:gd name="csY41" fmla="*/ 321387 h 822981"/>
                    <a:gd name="csX42" fmla="*/ 815114 w 1028405"/>
                    <a:gd name="csY42" fmla="*/ 359582 h 822981"/>
                    <a:gd name="csX43" fmla="*/ 809869 w 1028405"/>
                    <a:gd name="csY43" fmla="*/ 359942 h 822981"/>
                    <a:gd name="csX44" fmla="*/ 578581 w 1028405"/>
                    <a:gd name="csY44" fmla="*/ 359942 h 822981"/>
                    <a:gd name="csX45" fmla="*/ 540026 w 1028405"/>
                    <a:gd name="csY45" fmla="*/ 321366 h 822981"/>
                    <a:gd name="csX46" fmla="*/ 573336 w 1028405"/>
                    <a:gd name="csY46" fmla="*/ 283171 h 822981"/>
                    <a:gd name="csX47" fmla="*/ 578581 w 1028405"/>
                    <a:gd name="csY47" fmla="*/ 282811 h 822981"/>
                    <a:gd name="csX48" fmla="*/ 809869 w 1028405"/>
                    <a:gd name="csY48" fmla="*/ 282811 h 822981"/>
                    <a:gd name="csX49" fmla="*/ 578581 w 1028405"/>
                    <a:gd name="csY49"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79971 w 1028405"/>
                    <a:gd name="csY18" fmla="*/ 475637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578581 w 1028405"/>
                    <a:gd name="csY23" fmla="*/ 462577 h 822981"/>
                    <a:gd name="csX24" fmla="*/ 809869 w 1028405"/>
                    <a:gd name="csY24" fmla="*/ 462577 h 822981"/>
                    <a:gd name="csX25" fmla="*/ 848424 w 1028405"/>
                    <a:gd name="csY25" fmla="*/ 501152 h 822981"/>
                    <a:gd name="csX26" fmla="*/ 815114 w 1028405"/>
                    <a:gd name="csY26" fmla="*/ 539347 h 822981"/>
                    <a:gd name="csX27" fmla="*/ 809869 w 1028405"/>
                    <a:gd name="csY27" fmla="*/ 539707 h 822981"/>
                    <a:gd name="csX28" fmla="*/ 578581 w 1028405"/>
                    <a:gd name="csY28" fmla="*/ 539707 h 822981"/>
                    <a:gd name="csX29" fmla="*/ 540026 w 1028405"/>
                    <a:gd name="csY29" fmla="*/ 501131 h 822981"/>
                    <a:gd name="csX30" fmla="*/ 573336 w 1028405"/>
                    <a:gd name="csY30" fmla="*/ 462937 h 822981"/>
                    <a:gd name="csX31" fmla="*/ 578581 w 1028405"/>
                    <a:gd name="csY31" fmla="*/ 462577 h 822981"/>
                    <a:gd name="csX32" fmla="*/ 809869 w 1028405"/>
                    <a:gd name="csY32" fmla="*/ 462577 h 822981"/>
                    <a:gd name="csX33" fmla="*/ 578581 w 1028405"/>
                    <a:gd name="csY33" fmla="*/ 462577 h 822981"/>
                    <a:gd name="csX34" fmla="*/ 308522 w 1028405"/>
                    <a:gd name="csY34" fmla="*/ 231494 h 822981"/>
                    <a:gd name="csX35" fmla="*/ 308522 w 1028405"/>
                    <a:gd name="csY35" fmla="*/ 385755 h 822981"/>
                    <a:gd name="csX36" fmla="*/ 231391 w 1028405"/>
                    <a:gd name="csY36" fmla="*/ 308624 h 822981"/>
                    <a:gd name="csX37" fmla="*/ 308522 w 1028405"/>
                    <a:gd name="csY37" fmla="*/ 231494 h 822981"/>
                    <a:gd name="csX38" fmla="*/ 578581 w 1028405"/>
                    <a:gd name="csY38" fmla="*/ 282811 h 822981"/>
                    <a:gd name="csX39" fmla="*/ 809869 w 1028405"/>
                    <a:gd name="csY39" fmla="*/ 282811 h 822981"/>
                    <a:gd name="csX40" fmla="*/ 848424 w 1028405"/>
                    <a:gd name="csY40" fmla="*/ 321387 h 822981"/>
                    <a:gd name="csX41" fmla="*/ 815114 w 1028405"/>
                    <a:gd name="csY41" fmla="*/ 359582 h 822981"/>
                    <a:gd name="csX42" fmla="*/ 809869 w 1028405"/>
                    <a:gd name="csY42" fmla="*/ 359942 h 822981"/>
                    <a:gd name="csX43" fmla="*/ 578581 w 1028405"/>
                    <a:gd name="csY43" fmla="*/ 359942 h 822981"/>
                    <a:gd name="csX44" fmla="*/ 540026 w 1028405"/>
                    <a:gd name="csY44" fmla="*/ 321366 h 822981"/>
                    <a:gd name="csX45" fmla="*/ 573336 w 1028405"/>
                    <a:gd name="csY45" fmla="*/ 283171 h 822981"/>
                    <a:gd name="csX46" fmla="*/ 578581 w 1028405"/>
                    <a:gd name="csY46" fmla="*/ 282811 h 822981"/>
                    <a:gd name="csX47" fmla="*/ 809869 w 1028405"/>
                    <a:gd name="csY47" fmla="*/ 282811 h 822981"/>
                    <a:gd name="csX48" fmla="*/ 578581 w 1028405"/>
                    <a:gd name="csY48"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79971 w 1028405"/>
                    <a:gd name="csY18" fmla="*/ 500885 h 822981"/>
                    <a:gd name="csX19" fmla="*/ 308522 w 1028405"/>
                    <a:gd name="csY19" fmla="*/ 591384 h 822981"/>
                    <a:gd name="csX20" fmla="*/ 180382 w 1028405"/>
                    <a:gd name="csY20" fmla="*/ 506541 h 822981"/>
                    <a:gd name="csX21" fmla="*/ 179971 w 1028405"/>
                    <a:gd name="csY21" fmla="*/ 500885 h 822981"/>
                    <a:gd name="csX22" fmla="*/ 578581 w 1028405"/>
                    <a:gd name="csY22" fmla="*/ 462577 h 822981"/>
                    <a:gd name="csX23" fmla="*/ 809869 w 1028405"/>
                    <a:gd name="csY23" fmla="*/ 462577 h 822981"/>
                    <a:gd name="csX24" fmla="*/ 848424 w 1028405"/>
                    <a:gd name="csY24" fmla="*/ 501152 h 822981"/>
                    <a:gd name="csX25" fmla="*/ 815114 w 1028405"/>
                    <a:gd name="csY25" fmla="*/ 539347 h 822981"/>
                    <a:gd name="csX26" fmla="*/ 809869 w 1028405"/>
                    <a:gd name="csY26" fmla="*/ 539707 h 822981"/>
                    <a:gd name="csX27" fmla="*/ 578581 w 1028405"/>
                    <a:gd name="csY27" fmla="*/ 539707 h 822981"/>
                    <a:gd name="csX28" fmla="*/ 540026 w 1028405"/>
                    <a:gd name="csY28" fmla="*/ 501131 h 822981"/>
                    <a:gd name="csX29" fmla="*/ 573336 w 1028405"/>
                    <a:gd name="csY29" fmla="*/ 462937 h 822981"/>
                    <a:gd name="csX30" fmla="*/ 578581 w 1028405"/>
                    <a:gd name="csY30" fmla="*/ 462577 h 822981"/>
                    <a:gd name="csX31" fmla="*/ 809869 w 1028405"/>
                    <a:gd name="csY31" fmla="*/ 462577 h 822981"/>
                    <a:gd name="csX32" fmla="*/ 578581 w 1028405"/>
                    <a:gd name="csY32" fmla="*/ 462577 h 822981"/>
                    <a:gd name="csX33" fmla="*/ 308522 w 1028405"/>
                    <a:gd name="csY33" fmla="*/ 231494 h 822981"/>
                    <a:gd name="csX34" fmla="*/ 308522 w 1028405"/>
                    <a:gd name="csY34" fmla="*/ 385755 h 822981"/>
                    <a:gd name="csX35" fmla="*/ 231391 w 1028405"/>
                    <a:gd name="csY35" fmla="*/ 308624 h 822981"/>
                    <a:gd name="csX36" fmla="*/ 308522 w 1028405"/>
                    <a:gd name="csY36" fmla="*/ 231494 h 822981"/>
                    <a:gd name="csX37" fmla="*/ 578581 w 1028405"/>
                    <a:gd name="csY37" fmla="*/ 282811 h 822981"/>
                    <a:gd name="csX38" fmla="*/ 809869 w 1028405"/>
                    <a:gd name="csY38" fmla="*/ 282811 h 822981"/>
                    <a:gd name="csX39" fmla="*/ 848424 w 1028405"/>
                    <a:gd name="csY39" fmla="*/ 321387 h 822981"/>
                    <a:gd name="csX40" fmla="*/ 815114 w 1028405"/>
                    <a:gd name="csY40" fmla="*/ 359582 h 822981"/>
                    <a:gd name="csX41" fmla="*/ 809869 w 1028405"/>
                    <a:gd name="csY41" fmla="*/ 359942 h 822981"/>
                    <a:gd name="csX42" fmla="*/ 578581 w 1028405"/>
                    <a:gd name="csY42" fmla="*/ 359942 h 822981"/>
                    <a:gd name="csX43" fmla="*/ 540026 w 1028405"/>
                    <a:gd name="csY43" fmla="*/ 321366 h 822981"/>
                    <a:gd name="csX44" fmla="*/ 573336 w 1028405"/>
                    <a:gd name="csY44" fmla="*/ 283171 h 822981"/>
                    <a:gd name="csX45" fmla="*/ 578581 w 1028405"/>
                    <a:gd name="csY45" fmla="*/ 282811 h 822981"/>
                    <a:gd name="csX46" fmla="*/ 809869 w 1028405"/>
                    <a:gd name="csY46" fmla="*/ 282811 h 822981"/>
                    <a:gd name="csX47" fmla="*/ 578581 w 1028405"/>
                    <a:gd name="csY47"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80382 w 1028405"/>
                    <a:gd name="csY18" fmla="*/ 506541 h 822981"/>
                    <a:gd name="csX19" fmla="*/ 308522 w 1028405"/>
                    <a:gd name="csY19" fmla="*/ 591384 h 822981"/>
                    <a:gd name="csX20" fmla="*/ 180382 w 1028405"/>
                    <a:gd name="csY20" fmla="*/ 506541 h 822981"/>
                    <a:gd name="csX21" fmla="*/ 578581 w 1028405"/>
                    <a:gd name="csY21" fmla="*/ 462577 h 822981"/>
                    <a:gd name="csX22" fmla="*/ 809869 w 1028405"/>
                    <a:gd name="csY22" fmla="*/ 462577 h 822981"/>
                    <a:gd name="csX23" fmla="*/ 848424 w 1028405"/>
                    <a:gd name="csY23" fmla="*/ 501152 h 822981"/>
                    <a:gd name="csX24" fmla="*/ 815114 w 1028405"/>
                    <a:gd name="csY24" fmla="*/ 539347 h 822981"/>
                    <a:gd name="csX25" fmla="*/ 809869 w 1028405"/>
                    <a:gd name="csY25" fmla="*/ 539707 h 822981"/>
                    <a:gd name="csX26" fmla="*/ 578581 w 1028405"/>
                    <a:gd name="csY26" fmla="*/ 539707 h 822981"/>
                    <a:gd name="csX27" fmla="*/ 540026 w 1028405"/>
                    <a:gd name="csY27" fmla="*/ 501131 h 822981"/>
                    <a:gd name="csX28" fmla="*/ 573336 w 1028405"/>
                    <a:gd name="csY28" fmla="*/ 462937 h 822981"/>
                    <a:gd name="csX29" fmla="*/ 578581 w 1028405"/>
                    <a:gd name="csY29" fmla="*/ 462577 h 822981"/>
                    <a:gd name="csX30" fmla="*/ 809869 w 1028405"/>
                    <a:gd name="csY30" fmla="*/ 462577 h 822981"/>
                    <a:gd name="csX31" fmla="*/ 578581 w 1028405"/>
                    <a:gd name="csY31" fmla="*/ 462577 h 822981"/>
                    <a:gd name="csX32" fmla="*/ 308522 w 1028405"/>
                    <a:gd name="csY32" fmla="*/ 231494 h 822981"/>
                    <a:gd name="csX33" fmla="*/ 308522 w 1028405"/>
                    <a:gd name="csY33" fmla="*/ 385755 h 822981"/>
                    <a:gd name="csX34" fmla="*/ 231391 w 1028405"/>
                    <a:gd name="csY34" fmla="*/ 308624 h 822981"/>
                    <a:gd name="csX35" fmla="*/ 308522 w 1028405"/>
                    <a:gd name="csY35" fmla="*/ 231494 h 822981"/>
                    <a:gd name="csX36" fmla="*/ 578581 w 1028405"/>
                    <a:gd name="csY36" fmla="*/ 282811 h 822981"/>
                    <a:gd name="csX37" fmla="*/ 809869 w 1028405"/>
                    <a:gd name="csY37" fmla="*/ 282811 h 822981"/>
                    <a:gd name="csX38" fmla="*/ 848424 w 1028405"/>
                    <a:gd name="csY38" fmla="*/ 321387 h 822981"/>
                    <a:gd name="csX39" fmla="*/ 815114 w 1028405"/>
                    <a:gd name="csY39" fmla="*/ 359582 h 822981"/>
                    <a:gd name="csX40" fmla="*/ 809869 w 1028405"/>
                    <a:gd name="csY40" fmla="*/ 359942 h 822981"/>
                    <a:gd name="csX41" fmla="*/ 578581 w 1028405"/>
                    <a:gd name="csY41" fmla="*/ 359942 h 822981"/>
                    <a:gd name="csX42" fmla="*/ 540026 w 1028405"/>
                    <a:gd name="csY42" fmla="*/ 321366 h 822981"/>
                    <a:gd name="csX43" fmla="*/ 573336 w 1028405"/>
                    <a:gd name="csY43" fmla="*/ 283171 h 822981"/>
                    <a:gd name="csX44" fmla="*/ 578581 w 1028405"/>
                    <a:gd name="csY44" fmla="*/ 282811 h 822981"/>
                    <a:gd name="csX45" fmla="*/ 809869 w 1028405"/>
                    <a:gd name="csY45" fmla="*/ 282811 h 822981"/>
                    <a:gd name="csX46" fmla="*/ 578581 w 1028405"/>
                    <a:gd name="csY46"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308522 w 1028405"/>
                    <a:gd name="csY29" fmla="*/ 231494 h 822981"/>
                    <a:gd name="csX30" fmla="*/ 308522 w 1028405"/>
                    <a:gd name="csY30" fmla="*/ 385755 h 822981"/>
                    <a:gd name="csX31" fmla="*/ 231391 w 1028405"/>
                    <a:gd name="csY31" fmla="*/ 308624 h 822981"/>
                    <a:gd name="csX32" fmla="*/ 308522 w 1028405"/>
                    <a:gd name="csY32" fmla="*/ 231494 h 822981"/>
                    <a:gd name="csX33" fmla="*/ 578581 w 1028405"/>
                    <a:gd name="csY33" fmla="*/ 282811 h 822981"/>
                    <a:gd name="csX34" fmla="*/ 809869 w 1028405"/>
                    <a:gd name="csY34" fmla="*/ 282811 h 822981"/>
                    <a:gd name="csX35" fmla="*/ 848424 w 1028405"/>
                    <a:gd name="csY35" fmla="*/ 321387 h 822981"/>
                    <a:gd name="csX36" fmla="*/ 815114 w 1028405"/>
                    <a:gd name="csY36" fmla="*/ 359582 h 822981"/>
                    <a:gd name="csX37" fmla="*/ 809869 w 1028405"/>
                    <a:gd name="csY37" fmla="*/ 359942 h 822981"/>
                    <a:gd name="csX38" fmla="*/ 578581 w 1028405"/>
                    <a:gd name="csY38" fmla="*/ 359942 h 822981"/>
                    <a:gd name="csX39" fmla="*/ 540026 w 1028405"/>
                    <a:gd name="csY39" fmla="*/ 321366 h 822981"/>
                    <a:gd name="csX40" fmla="*/ 573336 w 1028405"/>
                    <a:gd name="csY40" fmla="*/ 283171 h 822981"/>
                    <a:gd name="csX41" fmla="*/ 578581 w 1028405"/>
                    <a:gd name="csY41" fmla="*/ 282811 h 822981"/>
                    <a:gd name="csX42" fmla="*/ 809869 w 1028405"/>
                    <a:gd name="csY42" fmla="*/ 282811 h 822981"/>
                    <a:gd name="csX43" fmla="*/ 578581 w 1028405"/>
                    <a:gd name="csY43"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308522 w 1028405"/>
                    <a:gd name="csY29" fmla="*/ 231494 h 822981"/>
                    <a:gd name="csX30" fmla="*/ 231391 w 1028405"/>
                    <a:gd name="csY30" fmla="*/ 308624 h 822981"/>
                    <a:gd name="csX31" fmla="*/ 308522 w 1028405"/>
                    <a:gd name="csY31" fmla="*/ 231494 h 822981"/>
                    <a:gd name="csX32" fmla="*/ 578581 w 1028405"/>
                    <a:gd name="csY32" fmla="*/ 282811 h 822981"/>
                    <a:gd name="csX33" fmla="*/ 809869 w 1028405"/>
                    <a:gd name="csY33" fmla="*/ 282811 h 822981"/>
                    <a:gd name="csX34" fmla="*/ 848424 w 1028405"/>
                    <a:gd name="csY34" fmla="*/ 321387 h 822981"/>
                    <a:gd name="csX35" fmla="*/ 815114 w 1028405"/>
                    <a:gd name="csY35" fmla="*/ 359582 h 822981"/>
                    <a:gd name="csX36" fmla="*/ 809869 w 1028405"/>
                    <a:gd name="csY36" fmla="*/ 359942 h 822981"/>
                    <a:gd name="csX37" fmla="*/ 578581 w 1028405"/>
                    <a:gd name="csY37" fmla="*/ 359942 h 822981"/>
                    <a:gd name="csX38" fmla="*/ 540026 w 1028405"/>
                    <a:gd name="csY38" fmla="*/ 321366 h 822981"/>
                    <a:gd name="csX39" fmla="*/ 573336 w 1028405"/>
                    <a:gd name="csY39" fmla="*/ 283171 h 822981"/>
                    <a:gd name="csX40" fmla="*/ 578581 w 1028405"/>
                    <a:gd name="csY40" fmla="*/ 282811 h 822981"/>
                    <a:gd name="csX41" fmla="*/ 809869 w 1028405"/>
                    <a:gd name="csY41" fmla="*/ 282811 h 822981"/>
                    <a:gd name="csX42" fmla="*/ 578581 w 1028405"/>
                    <a:gd name="csY42"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578581 w 1028405"/>
                    <a:gd name="csY29" fmla="*/ 282811 h 822981"/>
                    <a:gd name="csX30" fmla="*/ 809869 w 1028405"/>
                    <a:gd name="csY30" fmla="*/ 282811 h 822981"/>
                    <a:gd name="csX31" fmla="*/ 848424 w 1028405"/>
                    <a:gd name="csY31" fmla="*/ 321387 h 822981"/>
                    <a:gd name="csX32" fmla="*/ 815114 w 1028405"/>
                    <a:gd name="csY32" fmla="*/ 359582 h 822981"/>
                    <a:gd name="csX33" fmla="*/ 809869 w 1028405"/>
                    <a:gd name="csY33" fmla="*/ 359942 h 822981"/>
                    <a:gd name="csX34" fmla="*/ 578581 w 1028405"/>
                    <a:gd name="csY34" fmla="*/ 359942 h 822981"/>
                    <a:gd name="csX35" fmla="*/ 540026 w 1028405"/>
                    <a:gd name="csY35" fmla="*/ 321366 h 822981"/>
                    <a:gd name="csX36" fmla="*/ 573336 w 1028405"/>
                    <a:gd name="csY36" fmla="*/ 283171 h 822981"/>
                    <a:gd name="csX37" fmla="*/ 578581 w 1028405"/>
                    <a:gd name="csY37" fmla="*/ 282811 h 822981"/>
                    <a:gd name="csX38" fmla="*/ 809869 w 1028405"/>
                    <a:gd name="csY38" fmla="*/ 282811 h 822981"/>
                    <a:gd name="csX39" fmla="*/ 578581 w 1028405"/>
                    <a:gd name="csY39" fmla="*/ 282811 h 822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28405" h="822981">
                      <a:moveTo>
                        <a:pt x="912709" y="0"/>
                      </a:moveTo>
                      <a:cubicBezTo>
                        <a:pt x="976604" y="0"/>
                        <a:pt x="1028405" y="51799"/>
                        <a:pt x="1028405" y="115696"/>
                      </a:cubicBezTo>
                      <a:lnTo>
                        <a:pt x="1028405" y="707286"/>
                      </a:lnTo>
                      <a:cubicBezTo>
                        <a:pt x="1028405" y="771180"/>
                        <a:pt x="976604" y="822981"/>
                        <a:pt x="912709" y="822981"/>
                      </a:cubicBezTo>
                      <a:lnTo>
                        <a:pt x="115696" y="822981"/>
                      </a:lnTo>
                      <a:cubicBezTo>
                        <a:pt x="51799" y="822981"/>
                        <a:pt x="0" y="771180"/>
                        <a:pt x="0" y="707286"/>
                      </a:cubicBezTo>
                      <a:lnTo>
                        <a:pt x="0" y="115696"/>
                      </a:lnTo>
                      <a:cubicBezTo>
                        <a:pt x="0" y="51799"/>
                        <a:pt x="51799" y="0"/>
                        <a:pt x="115696" y="0"/>
                      </a:cubicBezTo>
                      <a:lnTo>
                        <a:pt x="912709" y="0"/>
                      </a:lnTo>
                      <a:close/>
                      <a:moveTo>
                        <a:pt x="912709" y="77130"/>
                      </a:moveTo>
                      <a:lnTo>
                        <a:pt x="115696" y="77130"/>
                      </a:lnTo>
                      <a:cubicBezTo>
                        <a:pt x="94397" y="77130"/>
                        <a:pt x="77130" y="94397"/>
                        <a:pt x="77130" y="115696"/>
                      </a:cubicBezTo>
                      <a:lnTo>
                        <a:pt x="77130" y="707286"/>
                      </a:lnTo>
                      <a:cubicBezTo>
                        <a:pt x="77130" y="728574"/>
                        <a:pt x="94408" y="745851"/>
                        <a:pt x="115696" y="745851"/>
                      </a:cubicBezTo>
                      <a:lnTo>
                        <a:pt x="912709" y="745851"/>
                      </a:lnTo>
                      <a:cubicBezTo>
                        <a:pt x="934008" y="745851"/>
                        <a:pt x="951275" y="728584"/>
                        <a:pt x="951275" y="707286"/>
                      </a:cubicBezTo>
                      <a:lnTo>
                        <a:pt x="951275" y="115696"/>
                      </a:lnTo>
                      <a:cubicBezTo>
                        <a:pt x="951275" y="94397"/>
                        <a:pt x="934008" y="77130"/>
                        <a:pt x="912709" y="77130"/>
                      </a:cubicBezTo>
                      <a:close/>
                      <a:moveTo>
                        <a:pt x="578581" y="462577"/>
                      </a:moveTo>
                      <a:lnTo>
                        <a:pt x="809869" y="462577"/>
                      </a:lnTo>
                      <a:cubicBezTo>
                        <a:pt x="831167" y="462582"/>
                        <a:pt x="848429" y="479854"/>
                        <a:pt x="848424" y="501152"/>
                      </a:cubicBezTo>
                      <a:cubicBezTo>
                        <a:pt x="848419" y="520419"/>
                        <a:pt x="834196" y="536719"/>
                        <a:pt x="815114" y="539347"/>
                      </a:cubicBezTo>
                      <a:lnTo>
                        <a:pt x="809869" y="539707"/>
                      </a:lnTo>
                      <a:lnTo>
                        <a:pt x="578581" y="539707"/>
                      </a:lnTo>
                      <a:cubicBezTo>
                        <a:pt x="557282" y="539702"/>
                        <a:pt x="540021" y="522430"/>
                        <a:pt x="540026" y="501131"/>
                      </a:cubicBezTo>
                      <a:cubicBezTo>
                        <a:pt x="540031" y="481864"/>
                        <a:pt x="554254" y="465564"/>
                        <a:pt x="573336" y="462937"/>
                      </a:cubicBezTo>
                      <a:lnTo>
                        <a:pt x="578581" y="462577"/>
                      </a:lnTo>
                      <a:lnTo>
                        <a:pt x="809869" y="462577"/>
                      </a:lnTo>
                      <a:lnTo>
                        <a:pt x="578581" y="462577"/>
                      </a:lnTo>
                      <a:close/>
                      <a:moveTo>
                        <a:pt x="578581" y="282811"/>
                      </a:moveTo>
                      <a:lnTo>
                        <a:pt x="809869" y="282811"/>
                      </a:lnTo>
                      <a:cubicBezTo>
                        <a:pt x="831167" y="282818"/>
                        <a:pt x="848429" y="300090"/>
                        <a:pt x="848424" y="321387"/>
                      </a:cubicBezTo>
                      <a:cubicBezTo>
                        <a:pt x="848419" y="340654"/>
                        <a:pt x="834196" y="356954"/>
                        <a:pt x="815114" y="359582"/>
                      </a:cubicBezTo>
                      <a:lnTo>
                        <a:pt x="809869" y="359942"/>
                      </a:lnTo>
                      <a:lnTo>
                        <a:pt x="578581" y="359942"/>
                      </a:lnTo>
                      <a:cubicBezTo>
                        <a:pt x="557282" y="359937"/>
                        <a:pt x="540021" y="342665"/>
                        <a:pt x="540026" y="321366"/>
                      </a:cubicBezTo>
                      <a:cubicBezTo>
                        <a:pt x="540031" y="302102"/>
                        <a:pt x="554254" y="285797"/>
                        <a:pt x="573336" y="283171"/>
                      </a:cubicBezTo>
                      <a:lnTo>
                        <a:pt x="578581" y="282811"/>
                      </a:lnTo>
                      <a:lnTo>
                        <a:pt x="809869" y="282811"/>
                      </a:lnTo>
                      <a:lnTo>
                        <a:pt x="578581" y="282811"/>
                      </a:lnTo>
                      <a:close/>
                    </a:path>
                  </a:pathLst>
                </a:custGeom>
                <a:grpFill/>
                <a:ln w="54372" cap="flat">
                  <a:noFill/>
                  <a:prstDash val="solid"/>
                  <a:miter/>
                </a:ln>
              </p:spPr>
              <p:txBody>
                <a:bodyPr/>
                <a:lstStyle/>
                <a:p>
                  <a:pPr defTabSz="442663">
                    <a:defRPr/>
                  </a:pPr>
                  <a:endParaRPr lang="en-US" sz="1743">
                    <a:solidFill>
                      <a:srgbClr val="FFFFFF"/>
                    </a:solidFill>
                    <a:latin typeface="Segoe UI"/>
                  </a:endParaRPr>
                </a:p>
              </p:txBody>
            </p:sp>
            <p:sp>
              <p:nvSpPr>
                <p:cNvPr id="42" name="Graphic 8">
                  <a:extLst>
                    <a:ext uri="{FF2B5EF4-FFF2-40B4-BE49-F238E27FC236}">
                      <a16:creationId xmlns:a16="http://schemas.microsoft.com/office/drawing/2014/main" id="{FF23BDC9-0B05-CCC3-6B30-C3CC3865B3D3}"/>
                    </a:ext>
                  </a:extLst>
                </p:cNvPr>
                <p:cNvSpPr/>
                <p:nvPr/>
              </p:nvSpPr>
              <p:spPr>
                <a:xfrm>
                  <a:off x="14454143" y="10109651"/>
                  <a:ext cx="332711" cy="292063"/>
                </a:xfrm>
                <a:custGeom>
                  <a:avLst/>
                  <a:gdLst>
                    <a:gd name="csX0" fmla="*/ 254649 w 349850"/>
                    <a:gd name="csY0" fmla="*/ 0 h 307106"/>
                    <a:gd name="csX1" fmla="*/ 95178 w 349850"/>
                    <a:gd name="csY1" fmla="*/ 0 h 307106"/>
                    <a:gd name="csX2" fmla="*/ 81796 w 349850"/>
                    <a:gd name="csY2" fmla="*/ 7724 h 307106"/>
                    <a:gd name="csX3" fmla="*/ 2073 w 349850"/>
                    <a:gd name="csY3" fmla="*/ 145829 h 307106"/>
                    <a:gd name="csX4" fmla="*/ 2073 w 349850"/>
                    <a:gd name="csY4" fmla="*/ 161278 h 307106"/>
                    <a:gd name="csX5" fmla="*/ 81808 w 349850"/>
                    <a:gd name="csY5" fmla="*/ 299382 h 307106"/>
                    <a:gd name="csX6" fmla="*/ 95190 w 349850"/>
                    <a:gd name="csY6" fmla="*/ 307107 h 307106"/>
                    <a:gd name="csX7" fmla="*/ 254661 w 349850"/>
                    <a:gd name="csY7" fmla="*/ 307107 h 307106"/>
                    <a:gd name="csX8" fmla="*/ 268042 w 349850"/>
                    <a:gd name="csY8" fmla="*/ 299382 h 307106"/>
                    <a:gd name="csX9" fmla="*/ 347778 w 349850"/>
                    <a:gd name="csY9" fmla="*/ 161278 h 307106"/>
                    <a:gd name="csX10" fmla="*/ 347778 w 349850"/>
                    <a:gd name="csY10" fmla="*/ 145829 h 307106"/>
                    <a:gd name="csX11" fmla="*/ 268019 w 349850"/>
                    <a:gd name="csY11" fmla="*/ 7724 h 307106"/>
                    <a:gd name="csX12" fmla="*/ 254637 w 349850"/>
                    <a:gd name="csY12" fmla="*/ 0 h 307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9850" h="307106">
                      <a:moveTo>
                        <a:pt x="254649" y="0"/>
                      </a:moveTo>
                      <a:lnTo>
                        <a:pt x="95178" y="0"/>
                      </a:lnTo>
                      <a:cubicBezTo>
                        <a:pt x="89662" y="0"/>
                        <a:pt x="84560" y="2941"/>
                        <a:pt x="81796" y="7724"/>
                      </a:cubicBezTo>
                      <a:lnTo>
                        <a:pt x="2073" y="145829"/>
                      </a:lnTo>
                      <a:cubicBezTo>
                        <a:pt x="-691" y="150612"/>
                        <a:pt x="-691" y="156494"/>
                        <a:pt x="2073" y="161278"/>
                      </a:cubicBezTo>
                      <a:lnTo>
                        <a:pt x="81808" y="299382"/>
                      </a:lnTo>
                      <a:cubicBezTo>
                        <a:pt x="84572" y="304166"/>
                        <a:pt x="89662" y="307107"/>
                        <a:pt x="95190" y="307107"/>
                      </a:cubicBezTo>
                      <a:lnTo>
                        <a:pt x="254661" y="307107"/>
                      </a:lnTo>
                      <a:cubicBezTo>
                        <a:pt x="260176" y="307107"/>
                        <a:pt x="265279" y="304166"/>
                        <a:pt x="268042" y="299382"/>
                      </a:cubicBezTo>
                      <a:lnTo>
                        <a:pt x="347778" y="161278"/>
                      </a:lnTo>
                      <a:cubicBezTo>
                        <a:pt x="350542" y="156494"/>
                        <a:pt x="350542" y="150612"/>
                        <a:pt x="347778" y="145829"/>
                      </a:cubicBezTo>
                      <a:lnTo>
                        <a:pt x="268019" y="7724"/>
                      </a:lnTo>
                      <a:cubicBezTo>
                        <a:pt x="265255" y="2941"/>
                        <a:pt x="260165" y="0"/>
                        <a:pt x="254637" y="0"/>
                      </a:cubicBezTo>
                      <a:close/>
                    </a:path>
                  </a:pathLst>
                </a:custGeom>
                <a:grpFill/>
                <a:ln w="1160" cap="flat">
                  <a:noFill/>
                  <a:prstDash val="solid"/>
                  <a:miter/>
                </a:ln>
              </p:spPr>
              <p:txBody>
                <a:bodyPr/>
                <a:lstStyle/>
                <a:p>
                  <a:pPr defTabSz="442663">
                    <a:defRPr/>
                  </a:pPr>
                  <a:endParaRPr lang="en-US" sz="1743">
                    <a:solidFill>
                      <a:srgbClr val="FFFFFF"/>
                    </a:solidFill>
                    <a:latin typeface="Segoe UI"/>
                  </a:endParaRPr>
                </a:p>
              </p:txBody>
            </p:sp>
          </p:grpSp>
        </p:grpSp>
        <p:grpSp>
          <p:nvGrpSpPr>
            <p:cNvPr id="20" name="Group 19">
              <a:extLst>
                <a:ext uri="{FF2B5EF4-FFF2-40B4-BE49-F238E27FC236}">
                  <a16:creationId xmlns:a16="http://schemas.microsoft.com/office/drawing/2014/main" id="{9677D035-45FC-5AE3-6754-D78FC792F39C}"/>
                </a:ext>
              </a:extLst>
            </p:cNvPr>
            <p:cNvGrpSpPr/>
            <p:nvPr/>
          </p:nvGrpSpPr>
          <p:grpSpPr>
            <a:xfrm>
              <a:off x="6558631" y="3628338"/>
              <a:ext cx="589140" cy="595560"/>
              <a:chOff x="6558631" y="3628338"/>
              <a:chExt cx="589140" cy="595560"/>
            </a:xfrm>
          </p:grpSpPr>
          <p:sp>
            <p:nvSpPr>
              <p:cNvPr id="28" name="Oval 27">
                <a:extLst>
                  <a:ext uri="{FF2B5EF4-FFF2-40B4-BE49-F238E27FC236}">
                    <a16:creationId xmlns:a16="http://schemas.microsoft.com/office/drawing/2014/main" id="{E795E87C-CA81-6768-E740-7103A79DA571}"/>
                  </a:ext>
                </a:extLst>
              </p:cNvPr>
              <p:cNvSpPr/>
              <p:nvPr/>
            </p:nvSpPr>
            <p:spPr>
              <a:xfrm>
                <a:off x="6558631" y="3628338"/>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30" name="Oval 29">
                <a:extLst>
                  <a:ext uri="{FF2B5EF4-FFF2-40B4-BE49-F238E27FC236}">
                    <a16:creationId xmlns:a16="http://schemas.microsoft.com/office/drawing/2014/main" id="{E8BDD6B8-B56A-E882-05C7-2826854F2FFE}"/>
                  </a:ext>
                </a:extLst>
              </p:cNvPr>
              <p:cNvSpPr/>
              <p:nvPr/>
            </p:nvSpPr>
            <p:spPr>
              <a:xfrm>
                <a:off x="6558631" y="3634758"/>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31" name="Graphic 16">
                <a:extLst>
                  <a:ext uri="{FF2B5EF4-FFF2-40B4-BE49-F238E27FC236}">
                    <a16:creationId xmlns:a16="http://schemas.microsoft.com/office/drawing/2014/main" id="{04296997-B54D-F850-E729-F49CE78E9A96}"/>
                  </a:ext>
                </a:extLst>
              </p:cNvPr>
              <p:cNvSpPr/>
              <p:nvPr/>
            </p:nvSpPr>
            <p:spPr>
              <a:xfrm>
                <a:off x="6725600" y="3782641"/>
                <a:ext cx="293373" cy="293373"/>
              </a:xfrm>
              <a:custGeom>
                <a:avLst/>
                <a:gdLst>
                  <a:gd name="csX0" fmla="*/ 179785 w 1118663"/>
                  <a:gd name="csY0" fmla="*/ 79905 h 1118663"/>
                  <a:gd name="csX1" fmla="*/ 79905 w 1118663"/>
                  <a:gd name="csY1" fmla="*/ 179785 h 1118663"/>
                  <a:gd name="csX2" fmla="*/ 179785 w 1118663"/>
                  <a:gd name="csY2" fmla="*/ 279666 h 1118663"/>
                  <a:gd name="csX3" fmla="*/ 279666 w 1118663"/>
                  <a:gd name="csY3" fmla="*/ 179785 h 1118663"/>
                  <a:gd name="csX4" fmla="*/ 179785 w 1118663"/>
                  <a:gd name="csY4" fmla="*/ 79905 h 1118663"/>
                  <a:gd name="csX5" fmla="*/ 0 w 1118663"/>
                  <a:gd name="csY5" fmla="*/ 179785 h 1118663"/>
                  <a:gd name="csX6" fmla="*/ 179785 w 1118663"/>
                  <a:gd name="csY6" fmla="*/ 0 h 1118663"/>
                  <a:gd name="csX7" fmla="*/ 359571 w 1118663"/>
                  <a:gd name="csY7" fmla="*/ 179785 h 1118663"/>
                  <a:gd name="csX8" fmla="*/ 332003 w 1118663"/>
                  <a:gd name="csY8" fmla="*/ 275501 h 1118663"/>
                  <a:gd name="csX9" fmla="*/ 463618 w 1118663"/>
                  <a:gd name="csY9" fmla="*/ 407114 h 1118663"/>
                  <a:gd name="csX10" fmla="*/ 559332 w 1118663"/>
                  <a:gd name="csY10" fmla="*/ 379547 h 1118663"/>
                  <a:gd name="csX11" fmla="*/ 655046 w 1118663"/>
                  <a:gd name="csY11" fmla="*/ 407114 h 1118663"/>
                  <a:gd name="csX12" fmla="*/ 786660 w 1118663"/>
                  <a:gd name="csY12" fmla="*/ 275501 h 1118663"/>
                  <a:gd name="csX13" fmla="*/ 759093 w 1118663"/>
                  <a:gd name="csY13" fmla="*/ 179785 h 1118663"/>
                  <a:gd name="csX14" fmla="*/ 938879 w 1118663"/>
                  <a:gd name="csY14" fmla="*/ 0 h 1118663"/>
                  <a:gd name="csX15" fmla="*/ 1118664 w 1118663"/>
                  <a:gd name="csY15" fmla="*/ 179785 h 1118663"/>
                  <a:gd name="csX16" fmla="*/ 938879 w 1118663"/>
                  <a:gd name="csY16" fmla="*/ 359571 h 1118663"/>
                  <a:gd name="csX17" fmla="*/ 843165 w 1118663"/>
                  <a:gd name="csY17" fmla="*/ 332003 h 1118663"/>
                  <a:gd name="csX18" fmla="*/ 711550 w 1118663"/>
                  <a:gd name="csY18" fmla="*/ 463618 h 1118663"/>
                  <a:gd name="csX19" fmla="*/ 739117 w 1118663"/>
                  <a:gd name="csY19" fmla="*/ 559332 h 1118663"/>
                  <a:gd name="csX20" fmla="*/ 711550 w 1118663"/>
                  <a:gd name="csY20" fmla="*/ 655046 h 1118663"/>
                  <a:gd name="csX21" fmla="*/ 843165 w 1118663"/>
                  <a:gd name="csY21" fmla="*/ 786660 h 1118663"/>
                  <a:gd name="csX22" fmla="*/ 938879 w 1118663"/>
                  <a:gd name="csY22" fmla="*/ 759093 h 1118663"/>
                  <a:gd name="csX23" fmla="*/ 1118664 w 1118663"/>
                  <a:gd name="csY23" fmla="*/ 938879 h 1118663"/>
                  <a:gd name="csX24" fmla="*/ 938879 w 1118663"/>
                  <a:gd name="csY24" fmla="*/ 1118664 h 1118663"/>
                  <a:gd name="csX25" fmla="*/ 759093 w 1118663"/>
                  <a:gd name="csY25" fmla="*/ 938879 h 1118663"/>
                  <a:gd name="csX26" fmla="*/ 786660 w 1118663"/>
                  <a:gd name="csY26" fmla="*/ 843165 h 1118663"/>
                  <a:gd name="csX27" fmla="*/ 655046 w 1118663"/>
                  <a:gd name="csY27" fmla="*/ 711550 h 1118663"/>
                  <a:gd name="csX28" fmla="*/ 559332 w 1118663"/>
                  <a:gd name="csY28" fmla="*/ 739117 h 1118663"/>
                  <a:gd name="csX29" fmla="*/ 463618 w 1118663"/>
                  <a:gd name="csY29" fmla="*/ 711550 h 1118663"/>
                  <a:gd name="csX30" fmla="*/ 332003 w 1118663"/>
                  <a:gd name="csY30" fmla="*/ 843165 h 1118663"/>
                  <a:gd name="csX31" fmla="*/ 359571 w 1118663"/>
                  <a:gd name="csY31" fmla="*/ 938879 h 1118663"/>
                  <a:gd name="csX32" fmla="*/ 179785 w 1118663"/>
                  <a:gd name="csY32" fmla="*/ 1118664 h 1118663"/>
                  <a:gd name="csX33" fmla="*/ 0 w 1118663"/>
                  <a:gd name="csY33" fmla="*/ 938879 h 1118663"/>
                  <a:gd name="csX34" fmla="*/ 179785 w 1118663"/>
                  <a:gd name="csY34" fmla="*/ 759093 h 1118663"/>
                  <a:gd name="csX35" fmla="*/ 275501 w 1118663"/>
                  <a:gd name="csY35" fmla="*/ 786660 h 1118663"/>
                  <a:gd name="csX36" fmla="*/ 407114 w 1118663"/>
                  <a:gd name="csY36" fmla="*/ 655046 h 1118663"/>
                  <a:gd name="csX37" fmla="*/ 379547 w 1118663"/>
                  <a:gd name="csY37" fmla="*/ 559332 h 1118663"/>
                  <a:gd name="csX38" fmla="*/ 407114 w 1118663"/>
                  <a:gd name="csY38" fmla="*/ 463618 h 1118663"/>
                  <a:gd name="csX39" fmla="*/ 275501 w 1118663"/>
                  <a:gd name="csY39" fmla="*/ 332003 h 1118663"/>
                  <a:gd name="csX40" fmla="*/ 179785 w 1118663"/>
                  <a:gd name="csY40" fmla="*/ 359571 h 1118663"/>
                  <a:gd name="csX41" fmla="*/ 0 w 1118663"/>
                  <a:gd name="csY41" fmla="*/ 179785 h 1118663"/>
                  <a:gd name="csX42" fmla="*/ 938879 w 1118663"/>
                  <a:gd name="csY42" fmla="*/ 79905 h 1118663"/>
                  <a:gd name="csX43" fmla="*/ 838998 w 1118663"/>
                  <a:gd name="csY43" fmla="*/ 179785 h 1118663"/>
                  <a:gd name="csX44" fmla="*/ 938879 w 1118663"/>
                  <a:gd name="csY44" fmla="*/ 279666 h 1118663"/>
                  <a:gd name="csX45" fmla="*/ 1038759 w 1118663"/>
                  <a:gd name="csY45" fmla="*/ 179785 h 1118663"/>
                  <a:gd name="csX46" fmla="*/ 938879 w 1118663"/>
                  <a:gd name="csY46" fmla="*/ 79905 h 1118663"/>
                  <a:gd name="csX47" fmla="*/ 79905 w 1118663"/>
                  <a:gd name="csY47" fmla="*/ 938879 h 1118663"/>
                  <a:gd name="csX48" fmla="*/ 179785 w 1118663"/>
                  <a:gd name="csY48" fmla="*/ 1038759 h 1118663"/>
                  <a:gd name="csX49" fmla="*/ 279666 w 1118663"/>
                  <a:gd name="csY49" fmla="*/ 938879 h 1118663"/>
                  <a:gd name="csX50" fmla="*/ 179785 w 1118663"/>
                  <a:gd name="csY50" fmla="*/ 838998 h 1118663"/>
                  <a:gd name="csX51" fmla="*/ 79905 w 1118663"/>
                  <a:gd name="csY51" fmla="*/ 938879 h 1118663"/>
                  <a:gd name="csX52" fmla="*/ 559332 w 1118663"/>
                  <a:gd name="csY52" fmla="*/ 459451 h 1118663"/>
                  <a:gd name="csX53" fmla="*/ 459451 w 1118663"/>
                  <a:gd name="csY53" fmla="*/ 559332 h 1118663"/>
                  <a:gd name="csX54" fmla="*/ 559332 w 1118663"/>
                  <a:gd name="csY54" fmla="*/ 659213 h 1118663"/>
                  <a:gd name="csX55" fmla="*/ 659213 w 1118663"/>
                  <a:gd name="csY55" fmla="*/ 559332 h 1118663"/>
                  <a:gd name="csX56" fmla="*/ 559332 w 1118663"/>
                  <a:gd name="csY56" fmla="*/ 459451 h 1118663"/>
                  <a:gd name="csX57" fmla="*/ 838998 w 1118663"/>
                  <a:gd name="csY57" fmla="*/ 938879 h 1118663"/>
                  <a:gd name="csX58" fmla="*/ 938879 w 1118663"/>
                  <a:gd name="csY58" fmla="*/ 1038759 h 1118663"/>
                  <a:gd name="csX59" fmla="*/ 1038759 w 1118663"/>
                  <a:gd name="csY59" fmla="*/ 938879 h 1118663"/>
                  <a:gd name="csX60" fmla="*/ 938879 w 1118663"/>
                  <a:gd name="csY60" fmla="*/ 838998 h 1118663"/>
                  <a:gd name="csX61" fmla="*/ 838998 w 1118663"/>
                  <a:gd name="csY61" fmla="*/ 938879 h 1118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118663" h="1118663">
                    <a:moveTo>
                      <a:pt x="179785" y="79905"/>
                    </a:moveTo>
                    <a:cubicBezTo>
                      <a:pt x="124623" y="79905"/>
                      <a:pt x="79905" y="124623"/>
                      <a:pt x="79905" y="179785"/>
                    </a:cubicBezTo>
                    <a:cubicBezTo>
                      <a:pt x="79905" y="234948"/>
                      <a:pt x="124623" y="279666"/>
                      <a:pt x="179785" y="279666"/>
                    </a:cubicBezTo>
                    <a:cubicBezTo>
                      <a:pt x="234948" y="279666"/>
                      <a:pt x="279666" y="234948"/>
                      <a:pt x="279666" y="179785"/>
                    </a:cubicBezTo>
                    <a:cubicBezTo>
                      <a:pt x="279666" y="124623"/>
                      <a:pt x="234948" y="79905"/>
                      <a:pt x="179785" y="79905"/>
                    </a:cubicBezTo>
                    <a:close/>
                    <a:moveTo>
                      <a:pt x="0" y="179785"/>
                    </a:moveTo>
                    <a:cubicBezTo>
                      <a:pt x="0" y="80493"/>
                      <a:pt x="80493" y="0"/>
                      <a:pt x="179785" y="0"/>
                    </a:cubicBezTo>
                    <a:cubicBezTo>
                      <a:pt x="279078" y="0"/>
                      <a:pt x="359571" y="80493"/>
                      <a:pt x="359571" y="179785"/>
                    </a:cubicBezTo>
                    <a:cubicBezTo>
                      <a:pt x="359571" y="214965"/>
                      <a:pt x="349467" y="247784"/>
                      <a:pt x="332003" y="275501"/>
                    </a:cubicBezTo>
                    <a:lnTo>
                      <a:pt x="463618" y="407114"/>
                    </a:lnTo>
                    <a:cubicBezTo>
                      <a:pt x="491333" y="389651"/>
                      <a:pt x="524154" y="379547"/>
                      <a:pt x="559332" y="379547"/>
                    </a:cubicBezTo>
                    <a:cubicBezTo>
                      <a:pt x="594510" y="379547"/>
                      <a:pt x="627331" y="389651"/>
                      <a:pt x="655046" y="407114"/>
                    </a:cubicBezTo>
                    <a:lnTo>
                      <a:pt x="786660" y="275501"/>
                    </a:lnTo>
                    <a:cubicBezTo>
                      <a:pt x="769197" y="247784"/>
                      <a:pt x="759093" y="214965"/>
                      <a:pt x="759093" y="179785"/>
                    </a:cubicBezTo>
                    <a:cubicBezTo>
                      <a:pt x="759093" y="80493"/>
                      <a:pt x="839585" y="0"/>
                      <a:pt x="938879" y="0"/>
                    </a:cubicBezTo>
                    <a:cubicBezTo>
                      <a:pt x="1038172" y="0"/>
                      <a:pt x="1118664" y="80493"/>
                      <a:pt x="1118664" y="179785"/>
                    </a:cubicBezTo>
                    <a:cubicBezTo>
                      <a:pt x="1118664" y="279078"/>
                      <a:pt x="1038172" y="359571"/>
                      <a:pt x="938879" y="359571"/>
                    </a:cubicBezTo>
                    <a:cubicBezTo>
                      <a:pt x="903701" y="359571"/>
                      <a:pt x="870880" y="349467"/>
                      <a:pt x="843165" y="332003"/>
                    </a:cubicBezTo>
                    <a:lnTo>
                      <a:pt x="711550" y="463618"/>
                    </a:lnTo>
                    <a:cubicBezTo>
                      <a:pt x="729013" y="491333"/>
                      <a:pt x="739117" y="524154"/>
                      <a:pt x="739117" y="559332"/>
                    </a:cubicBezTo>
                    <a:cubicBezTo>
                      <a:pt x="739117" y="594510"/>
                      <a:pt x="729013" y="627331"/>
                      <a:pt x="711550" y="655046"/>
                    </a:cubicBezTo>
                    <a:lnTo>
                      <a:pt x="843165" y="786660"/>
                    </a:lnTo>
                    <a:cubicBezTo>
                      <a:pt x="870880" y="769197"/>
                      <a:pt x="903701" y="759093"/>
                      <a:pt x="938879" y="759093"/>
                    </a:cubicBezTo>
                    <a:cubicBezTo>
                      <a:pt x="1038172" y="759093"/>
                      <a:pt x="1118664" y="839585"/>
                      <a:pt x="1118664" y="938879"/>
                    </a:cubicBezTo>
                    <a:cubicBezTo>
                      <a:pt x="1118664" y="1038172"/>
                      <a:pt x="1038172" y="1118664"/>
                      <a:pt x="938879" y="1118664"/>
                    </a:cubicBezTo>
                    <a:cubicBezTo>
                      <a:pt x="839585" y="1118664"/>
                      <a:pt x="759093" y="1038172"/>
                      <a:pt x="759093" y="938879"/>
                    </a:cubicBezTo>
                    <a:cubicBezTo>
                      <a:pt x="759093" y="903701"/>
                      <a:pt x="769197" y="870880"/>
                      <a:pt x="786660" y="843165"/>
                    </a:cubicBezTo>
                    <a:lnTo>
                      <a:pt x="655046" y="711550"/>
                    </a:lnTo>
                    <a:cubicBezTo>
                      <a:pt x="627331" y="729013"/>
                      <a:pt x="594510" y="739117"/>
                      <a:pt x="559332" y="739117"/>
                    </a:cubicBezTo>
                    <a:cubicBezTo>
                      <a:pt x="524154" y="739117"/>
                      <a:pt x="491333" y="729013"/>
                      <a:pt x="463618" y="711550"/>
                    </a:cubicBezTo>
                    <a:lnTo>
                      <a:pt x="332003" y="843165"/>
                    </a:lnTo>
                    <a:cubicBezTo>
                      <a:pt x="349467" y="870880"/>
                      <a:pt x="359571" y="903701"/>
                      <a:pt x="359571" y="938879"/>
                    </a:cubicBezTo>
                    <a:cubicBezTo>
                      <a:pt x="359571" y="1038172"/>
                      <a:pt x="279078" y="1118664"/>
                      <a:pt x="179785" y="1118664"/>
                    </a:cubicBezTo>
                    <a:cubicBezTo>
                      <a:pt x="80493" y="1118664"/>
                      <a:pt x="0" y="1038172"/>
                      <a:pt x="0" y="938879"/>
                    </a:cubicBezTo>
                    <a:cubicBezTo>
                      <a:pt x="0" y="839585"/>
                      <a:pt x="80493" y="759093"/>
                      <a:pt x="179785" y="759093"/>
                    </a:cubicBezTo>
                    <a:cubicBezTo>
                      <a:pt x="214965" y="759093"/>
                      <a:pt x="247784" y="769197"/>
                      <a:pt x="275501" y="786660"/>
                    </a:cubicBezTo>
                    <a:lnTo>
                      <a:pt x="407114" y="655046"/>
                    </a:lnTo>
                    <a:cubicBezTo>
                      <a:pt x="389651" y="627331"/>
                      <a:pt x="379547" y="594510"/>
                      <a:pt x="379547" y="559332"/>
                    </a:cubicBezTo>
                    <a:cubicBezTo>
                      <a:pt x="379547" y="524154"/>
                      <a:pt x="389651" y="491333"/>
                      <a:pt x="407114" y="463618"/>
                    </a:cubicBezTo>
                    <a:lnTo>
                      <a:pt x="275501" y="332003"/>
                    </a:lnTo>
                    <a:cubicBezTo>
                      <a:pt x="247784" y="349467"/>
                      <a:pt x="214965" y="359571"/>
                      <a:pt x="179785" y="359571"/>
                    </a:cubicBezTo>
                    <a:cubicBezTo>
                      <a:pt x="80493" y="359571"/>
                      <a:pt x="0" y="279078"/>
                      <a:pt x="0" y="179785"/>
                    </a:cubicBezTo>
                    <a:close/>
                    <a:moveTo>
                      <a:pt x="938879" y="79905"/>
                    </a:moveTo>
                    <a:cubicBezTo>
                      <a:pt x="883717" y="79905"/>
                      <a:pt x="838998" y="124623"/>
                      <a:pt x="838998" y="179785"/>
                    </a:cubicBezTo>
                    <a:cubicBezTo>
                      <a:pt x="838998" y="234948"/>
                      <a:pt x="883717" y="279666"/>
                      <a:pt x="938879" y="279666"/>
                    </a:cubicBezTo>
                    <a:cubicBezTo>
                      <a:pt x="994041" y="279666"/>
                      <a:pt x="1038759" y="234948"/>
                      <a:pt x="1038759" y="179785"/>
                    </a:cubicBezTo>
                    <a:cubicBezTo>
                      <a:pt x="1038759" y="124623"/>
                      <a:pt x="994041" y="79905"/>
                      <a:pt x="938879" y="79905"/>
                    </a:cubicBezTo>
                    <a:close/>
                    <a:moveTo>
                      <a:pt x="79905" y="938879"/>
                    </a:moveTo>
                    <a:cubicBezTo>
                      <a:pt x="79905" y="994041"/>
                      <a:pt x="124623" y="1038759"/>
                      <a:pt x="179785" y="1038759"/>
                    </a:cubicBezTo>
                    <a:cubicBezTo>
                      <a:pt x="234948" y="1038759"/>
                      <a:pt x="279666" y="994041"/>
                      <a:pt x="279666" y="938879"/>
                    </a:cubicBezTo>
                    <a:cubicBezTo>
                      <a:pt x="279666" y="883717"/>
                      <a:pt x="234948" y="838998"/>
                      <a:pt x="179785" y="838998"/>
                    </a:cubicBezTo>
                    <a:cubicBezTo>
                      <a:pt x="124623" y="838998"/>
                      <a:pt x="79905" y="883717"/>
                      <a:pt x="79905" y="938879"/>
                    </a:cubicBezTo>
                    <a:close/>
                    <a:moveTo>
                      <a:pt x="559332" y="459451"/>
                    </a:moveTo>
                    <a:cubicBezTo>
                      <a:pt x="504170" y="459451"/>
                      <a:pt x="459451" y="504170"/>
                      <a:pt x="459451" y="559332"/>
                    </a:cubicBezTo>
                    <a:cubicBezTo>
                      <a:pt x="459451" y="614494"/>
                      <a:pt x="504170" y="659213"/>
                      <a:pt x="559332" y="659213"/>
                    </a:cubicBezTo>
                    <a:cubicBezTo>
                      <a:pt x="614494" y="659213"/>
                      <a:pt x="659213" y="614494"/>
                      <a:pt x="659213" y="559332"/>
                    </a:cubicBezTo>
                    <a:cubicBezTo>
                      <a:pt x="659213" y="504170"/>
                      <a:pt x="614494" y="459451"/>
                      <a:pt x="559332" y="459451"/>
                    </a:cubicBezTo>
                    <a:close/>
                    <a:moveTo>
                      <a:pt x="838998" y="938879"/>
                    </a:moveTo>
                    <a:cubicBezTo>
                      <a:pt x="838998" y="994041"/>
                      <a:pt x="883717" y="1038759"/>
                      <a:pt x="938879" y="1038759"/>
                    </a:cubicBezTo>
                    <a:cubicBezTo>
                      <a:pt x="994041" y="1038759"/>
                      <a:pt x="1038759" y="994041"/>
                      <a:pt x="1038759" y="938879"/>
                    </a:cubicBezTo>
                    <a:cubicBezTo>
                      <a:pt x="1038759" y="883717"/>
                      <a:pt x="994041" y="838998"/>
                      <a:pt x="938879" y="838998"/>
                    </a:cubicBezTo>
                    <a:cubicBezTo>
                      <a:pt x="883717" y="838998"/>
                      <a:pt x="838998" y="883717"/>
                      <a:pt x="838998" y="938879"/>
                    </a:cubicBezTo>
                    <a:close/>
                  </a:path>
                </a:pathLst>
              </a:custGeom>
              <a:solidFill>
                <a:schemeClr val="bg1"/>
              </a:solidFill>
              <a:ln w="39886" cap="flat">
                <a:noFill/>
                <a:prstDash val="solid"/>
                <a:miter/>
              </a:ln>
            </p:spPr>
            <p:txBody>
              <a:bodyPr/>
              <a:lstStyle/>
              <a:p>
                <a:pPr defTabSz="442663">
                  <a:defRPr/>
                </a:pPr>
                <a:endParaRPr lang="en-US" sz="1743">
                  <a:solidFill>
                    <a:srgbClr val="FFFFFF"/>
                  </a:solidFill>
                  <a:latin typeface="Segoe UI"/>
                </a:endParaRPr>
              </a:p>
            </p:txBody>
          </p:sp>
        </p:grpSp>
        <p:grpSp>
          <p:nvGrpSpPr>
            <p:cNvPr id="21" name="Group 20">
              <a:extLst>
                <a:ext uri="{FF2B5EF4-FFF2-40B4-BE49-F238E27FC236}">
                  <a16:creationId xmlns:a16="http://schemas.microsoft.com/office/drawing/2014/main" id="{500FE68F-D022-8E2E-552E-A9310AA20C70}"/>
                </a:ext>
              </a:extLst>
            </p:cNvPr>
            <p:cNvGrpSpPr/>
            <p:nvPr/>
          </p:nvGrpSpPr>
          <p:grpSpPr>
            <a:xfrm>
              <a:off x="5071627" y="3607616"/>
              <a:ext cx="592916" cy="600017"/>
              <a:chOff x="5071627" y="3607616"/>
              <a:chExt cx="592916" cy="600017"/>
            </a:xfrm>
          </p:grpSpPr>
          <p:sp>
            <p:nvSpPr>
              <p:cNvPr id="22" name="Oval 21">
                <a:extLst>
                  <a:ext uri="{FF2B5EF4-FFF2-40B4-BE49-F238E27FC236}">
                    <a16:creationId xmlns:a16="http://schemas.microsoft.com/office/drawing/2014/main" id="{5C2F0A3E-F6E2-24D3-1486-F9EC7A6EFDF9}"/>
                  </a:ext>
                </a:extLst>
              </p:cNvPr>
              <p:cNvSpPr/>
              <p:nvPr/>
            </p:nvSpPr>
            <p:spPr>
              <a:xfrm>
                <a:off x="5075403" y="3618493"/>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23" name="Oval 22">
                <a:extLst>
                  <a:ext uri="{FF2B5EF4-FFF2-40B4-BE49-F238E27FC236}">
                    <a16:creationId xmlns:a16="http://schemas.microsoft.com/office/drawing/2014/main" id="{C8184274-CEC9-A4B3-D8A0-E8CB5D68157E}"/>
                  </a:ext>
                </a:extLst>
              </p:cNvPr>
              <p:cNvSpPr/>
              <p:nvPr/>
            </p:nvSpPr>
            <p:spPr>
              <a:xfrm>
                <a:off x="5071627" y="3607616"/>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24" name="Graphic 140">
                <a:extLst>
                  <a:ext uri="{FF2B5EF4-FFF2-40B4-BE49-F238E27FC236}">
                    <a16:creationId xmlns:a16="http://schemas.microsoft.com/office/drawing/2014/main" id="{22C1924C-9F7B-10C8-8532-4220BD9E8B69}"/>
                  </a:ext>
                </a:extLst>
              </p:cNvPr>
              <p:cNvSpPr/>
              <p:nvPr/>
            </p:nvSpPr>
            <p:spPr>
              <a:xfrm>
                <a:off x="5239380" y="3754067"/>
                <a:ext cx="274320" cy="304124"/>
              </a:xfrm>
              <a:custGeom>
                <a:avLst/>
                <a:gdLst>
                  <a:gd name="csX0" fmla="*/ 0 w 859618"/>
                  <a:gd name="csY0" fmla="*/ 179087 h 955142"/>
                  <a:gd name="csX1" fmla="*/ 35817 w 859618"/>
                  <a:gd name="csY1" fmla="*/ 143270 h 955142"/>
                  <a:gd name="csX2" fmla="*/ 408319 w 859618"/>
                  <a:gd name="csY2" fmla="*/ 7163 h 955142"/>
                  <a:gd name="csX3" fmla="*/ 451300 w 859618"/>
                  <a:gd name="csY3" fmla="*/ 7163 h 955142"/>
                  <a:gd name="csX4" fmla="*/ 823801 w 859618"/>
                  <a:gd name="csY4" fmla="*/ 143270 h 955142"/>
                  <a:gd name="csX5" fmla="*/ 859619 w 859618"/>
                  <a:gd name="csY5" fmla="*/ 179087 h 955142"/>
                  <a:gd name="csX6" fmla="*/ 859619 w 859618"/>
                  <a:gd name="csY6" fmla="*/ 429809 h 955142"/>
                  <a:gd name="csX7" fmla="*/ 442942 w 859618"/>
                  <a:gd name="csY7" fmla="*/ 952648 h 955142"/>
                  <a:gd name="csX8" fmla="*/ 416676 w 859618"/>
                  <a:gd name="csY8" fmla="*/ 952648 h 955142"/>
                  <a:gd name="csX9" fmla="*/ 0 w 859618"/>
                  <a:gd name="csY9" fmla="*/ 429809 h 955142"/>
                  <a:gd name="csX10" fmla="*/ 0 w 859618"/>
                  <a:gd name="csY10" fmla="*/ 179087 h 955142"/>
                  <a:gd name="csX11" fmla="*/ 71635 w 859618"/>
                  <a:gd name="csY11" fmla="*/ 213854 h 955142"/>
                  <a:gd name="csX12" fmla="*/ 71635 w 859618"/>
                  <a:gd name="csY12" fmla="*/ 429809 h 955142"/>
                  <a:gd name="csX13" fmla="*/ 429809 w 859618"/>
                  <a:gd name="csY13" fmla="*/ 880727 h 955142"/>
                  <a:gd name="csX14" fmla="*/ 787984 w 859618"/>
                  <a:gd name="csY14" fmla="*/ 429809 h 955142"/>
                  <a:gd name="csX15" fmla="*/ 787984 w 859618"/>
                  <a:gd name="csY15" fmla="*/ 213854 h 955142"/>
                  <a:gd name="csX16" fmla="*/ 429809 w 859618"/>
                  <a:gd name="csY16" fmla="*/ 80136 h 955142"/>
                  <a:gd name="csX17" fmla="*/ 71635 w 859618"/>
                  <a:gd name="csY17" fmla="*/ 213854 h 9551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59618" h="955142">
                    <a:moveTo>
                      <a:pt x="0" y="179087"/>
                    </a:moveTo>
                    <a:cubicBezTo>
                      <a:pt x="0" y="159306"/>
                      <a:pt x="16036" y="143270"/>
                      <a:pt x="35817" y="143270"/>
                    </a:cubicBezTo>
                    <a:cubicBezTo>
                      <a:pt x="162993" y="143270"/>
                      <a:pt x="286922" y="98235"/>
                      <a:pt x="408319" y="7163"/>
                    </a:cubicBezTo>
                    <a:cubicBezTo>
                      <a:pt x="421054" y="-2388"/>
                      <a:pt x="438565" y="-2388"/>
                      <a:pt x="451300" y="7163"/>
                    </a:cubicBezTo>
                    <a:cubicBezTo>
                      <a:pt x="572697" y="98235"/>
                      <a:pt x="696625" y="143270"/>
                      <a:pt x="823801" y="143270"/>
                    </a:cubicBezTo>
                    <a:cubicBezTo>
                      <a:pt x="843583" y="143270"/>
                      <a:pt x="859619" y="159306"/>
                      <a:pt x="859619" y="179087"/>
                    </a:cubicBezTo>
                    <a:lnTo>
                      <a:pt x="859619" y="429809"/>
                    </a:lnTo>
                    <a:cubicBezTo>
                      <a:pt x="859619" y="668640"/>
                      <a:pt x="718355" y="844145"/>
                      <a:pt x="442942" y="952648"/>
                    </a:cubicBezTo>
                    <a:cubicBezTo>
                      <a:pt x="434503" y="955974"/>
                      <a:pt x="425116" y="955974"/>
                      <a:pt x="416676" y="952648"/>
                    </a:cubicBezTo>
                    <a:cubicBezTo>
                      <a:pt x="141264" y="844145"/>
                      <a:pt x="0" y="668592"/>
                      <a:pt x="0" y="429809"/>
                    </a:cubicBezTo>
                    <a:lnTo>
                      <a:pt x="0" y="179087"/>
                    </a:lnTo>
                    <a:close/>
                    <a:moveTo>
                      <a:pt x="71635" y="213854"/>
                    </a:moveTo>
                    <a:lnTo>
                      <a:pt x="71635" y="429809"/>
                    </a:lnTo>
                    <a:cubicBezTo>
                      <a:pt x="71635" y="633061"/>
                      <a:pt x="188782" y="782205"/>
                      <a:pt x="429809" y="880727"/>
                    </a:cubicBezTo>
                    <a:cubicBezTo>
                      <a:pt x="670837" y="782205"/>
                      <a:pt x="787984" y="633061"/>
                      <a:pt x="787984" y="429809"/>
                    </a:cubicBezTo>
                    <a:lnTo>
                      <a:pt x="787984" y="213854"/>
                    </a:lnTo>
                    <a:cubicBezTo>
                      <a:pt x="664915" y="206595"/>
                      <a:pt x="545380" y="161799"/>
                      <a:pt x="429809" y="80136"/>
                    </a:cubicBezTo>
                    <a:cubicBezTo>
                      <a:pt x="314238" y="161799"/>
                      <a:pt x="194704" y="206595"/>
                      <a:pt x="71635" y="213854"/>
                    </a:cubicBezTo>
                    <a:close/>
                  </a:path>
                </a:pathLst>
              </a:custGeom>
              <a:solidFill>
                <a:schemeClr val="bg1"/>
              </a:solidFill>
              <a:ln w="54372" cap="flat">
                <a:noFill/>
                <a:prstDash val="solid"/>
                <a:miter/>
              </a:ln>
            </p:spPr>
            <p:txBody>
              <a:bodyPr/>
              <a:lstStyle/>
              <a:p>
                <a:pPr defTabSz="442663">
                  <a:defRPr/>
                </a:pPr>
                <a:endParaRPr lang="en-US" sz="1743">
                  <a:solidFill>
                    <a:srgbClr val="FFFFFF"/>
                  </a:solidFill>
                  <a:latin typeface="Segoe UI"/>
                </a:endParaRPr>
              </a:p>
            </p:txBody>
          </p:sp>
        </p:grpSp>
      </p:grpSp>
      <p:sp>
        <p:nvSpPr>
          <p:cNvPr id="67" name="Your solutions, your way">
            <a:extLst>
              <a:ext uri="{FF2B5EF4-FFF2-40B4-BE49-F238E27FC236}">
                <a16:creationId xmlns:a16="http://schemas.microsoft.com/office/drawing/2014/main" id="{FDBCCD70-A7FE-0463-9FC2-AE7626EA825B}"/>
              </a:ext>
            </a:extLst>
          </p:cNvPr>
          <p:cNvSpPr txBox="1"/>
          <p:nvPr/>
        </p:nvSpPr>
        <p:spPr>
          <a:xfrm>
            <a:off x="6779978" y="2192656"/>
            <a:ext cx="3664299" cy="950773"/>
          </a:xfrm>
          <a:prstGeom prst="rect">
            <a:avLst/>
          </a:prstGeom>
          <a:noFill/>
        </p:spPr>
        <p:txBody>
          <a:bodyPr wrap="square" rtlCol="0" anchor="ctr">
            <a:spAutoFit/>
          </a:bodyPr>
          <a:lstStyle>
            <a:defPPr>
              <a:defRPr lang="en-US"/>
            </a:defPPr>
            <a:lvl1pPr marR="0" lvl="0" indent="0" algn="ctr" fontAlgn="auto">
              <a:lnSpc>
                <a:spcPct val="95000"/>
              </a:lnSpc>
              <a:spcBef>
                <a:spcPts val="0"/>
              </a:spcBef>
              <a:spcAft>
                <a:spcPts val="0"/>
              </a:spcAft>
              <a:buClrTx/>
              <a:buSzTx/>
              <a:buFontTx/>
              <a:buNone/>
              <a:tabLst/>
              <a:defRPr kumimoji="0" sz="4800" b="1" u="none" strike="noStrike" cap="none" spc="0" normalizeH="0">
                <a:ln w="3175">
                  <a:noFill/>
                </a:ln>
                <a:gradFill flip="none" rotWithShape="1">
                  <a:gsLst>
                    <a:gs pos="70000">
                      <a:schemeClr val="bg1"/>
                    </a:gs>
                    <a:gs pos="0">
                      <a:schemeClr val="bg1"/>
                    </a:gs>
                  </a:gsLst>
                  <a:path path="circle">
                    <a:fillToRect l="100000" t="100000"/>
                  </a:path>
                  <a:tileRect r="-100000" b="-100000"/>
                </a:gradFill>
                <a:effectLst/>
                <a:uLnTx/>
                <a:uFillTx/>
                <a:latin typeface="Segoe Sans Display Semibold" pitchFamily="2" charset="0"/>
                <a:cs typeface="Segoe Sans Display Semibold" pitchFamily="2" charset="0"/>
              </a:defRPr>
            </a:lvl1pPr>
          </a:lstStyle>
          <a:p>
            <a:r>
              <a:rPr lang="en-US" sz="2936">
                <a:solidFill>
                  <a:schemeClr val="tx1"/>
                </a:solidFill>
              </a:rPr>
              <a:t>Your solutions,</a:t>
            </a:r>
          </a:p>
          <a:p>
            <a:r>
              <a:rPr lang="en-US" sz="2936">
                <a:solidFill>
                  <a:schemeClr val="tx1"/>
                </a:solidFill>
              </a:rPr>
              <a:t>your way</a:t>
            </a:r>
          </a:p>
        </p:txBody>
      </p:sp>
    </p:spTree>
    <p:extLst>
      <p:ext uri="{BB962C8B-B14F-4D97-AF65-F5344CB8AC3E}">
        <p14:creationId xmlns:p14="http://schemas.microsoft.com/office/powerpoint/2010/main" val="175492859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561291-BDB6-C141-ED04-C36AF6EAF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A82F1E-BC6C-EC3E-637C-75D0E97C260B}"/>
              </a:ext>
            </a:extLst>
          </p:cNvPr>
          <p:cNvSpPr txBox="1"/>
          <p:nvPr/>
        </p:nvSpPr>
        <p:spPr>
          <a:xfrm>
            <a:off x="965107" y="2739004"/>
            <a:ext cx="2932216" cy="1379993"/>
          </a:xfrm>
          <a:prstGeom prst="rect">
            <a:avLst/>
          </a:prstGeom>
          <a:noFill/>
        </p:spPr>
        <p:txBody>
          <a:bodyPr wrap="square" rtlCol="0" anchor="ctr">
            <a:spAutoFit/>
          </a:bodyPr>
          <a:lstStyle>
            <a:defPPr>
              <a:defRPr lang="en-US"/>
            </a:defPPr>
            <a:lvl1pPr marR="0" lvl="0" indent="0" algn="ctr" fontAlgn="auto">
              <a:lnSpc>
                <a:spcPct val="95000"/>
              </a:lnSpc>
              <a:spcBef>
                <a:spcPts val="0"/>
              </a:spcBef>
              <a:spcAft>
                <a:spcPts val="0"/>
              </a:spcAft>
              <a:buClrTx/>
              <a:buSzTx/>
              <a:buFontTx/>
              <a:buNone/>
              <a:tabLst/>
              <a:defRPr kumimoji="0" sz="4800" b="1" u="none" strike="noStrike" cap="none" spc="0" normalizeH="0">
                <a:ln w="3175">
                  <a:noFill/>
                </a:ln>
                <a:gradFill flip="none" rotWithShape="1">
                  <a:gsLst>
                    <a:gs pos="70000">
                      <a:schemeClr val="bg1"/>
                    </a:gs>
                    <a:gs pos="0">
                      <a:schemeClr val="bg1"/>
                    </a:gs>
                  </a:gsLst>
                  <a:path path="circle">
                    <a:fillToRect l="100000" t="100000"/>
                  </a:path>
                  <a:tileRect r="-100000" b="-100000"/>
                </a:gradFill>
                <a:effectLst/>
                <a:uLnTx/>
                <a:uFillTx/>
                <a:latin typeface="Segoe Sans Display Semibold" pitchFamily="2" charset="0"/>
                <a:cs typeface="Segoe Sans Display Semibold" pitchFamily="2" charset="0"/>
              </a:defRPr>
            </a:lvl1pPr>
          </a:lstStyle>
          <a:p>
            <a:pPr algn="l"/>
            <a:r>
              <a:rPr lang="en-US" sz="2936" spc="-100">
                <a:gradFill flip="none" rotWithShape="1">
                  <a:gsLst>
                    <a:gs pos="80000">
                      <a:srgbClr val="016BEB"/>
                    </a:gs>
                    <a:gs pos="30000">
                      <a:srgbClr val="CF43A2"/>
                    </a:gs>
                    <a:gs pos="0">
                      <a:srgbClr val="F09F52"/>
                    </a:gs>
                  </a:gsLst>
                  <a:path path="circle">
                    <a:fillToRect l="100000" t="100000"/>
                  </a:path>
                  <a:tileRect r="-100000" b="-100000"/>
                </a:gradFill>
                <a:ea typeface="Menlo" panose="020B0609030804020204" pitchFamily="49" charset="0"/>
              </a:rPr>
              <a:t>All</a:t>
            </a:r>
            <a:r>
              <a:rPr lang="en-US" sz="2936"/>
              <a:t> </a:t>
            </a:r>
            <a:r>
              <a:rPr lang="en-US" sz="2936" spc="-100">
                <a:gradFill flip="none" rotWithShape="1">
                  <a:gsLst>
                    <a:gs pos="80000">
                      <a:srgbClr val="016BEB"/>
                    </a:gs>
                    <a:gs pos="30000">
                      <a:srgbClr val="CF43A2"/>
                    </a:gs>
                    <a:gs pos="0">
                      <a:srgbClr val="F09F52"/>
                    </a:gs>
                  </a:gsLst>
                  <a:path path="circle">
                    <a:fillToRect l="100000" t="100000"/>
                  </a:path>
                  <a:tileRect r="-100000" b="-100000"/>
                </a:gradFill>
                <a:ea typeface="Menlo" panose="020B0609030804020204" pitchFamily="49" charset="0"/>
              </a:rPr>
              <a:t>deployed on an enterprise ready platform.</a:t>
            </a:r>
          </a:p>
        </p:txBody>
      </p:sp>
      <p:grpSp>
        <p:nvGrpSpPr>
          <p:cNvPr id="2" name="Group 1">
            <a:extLst>
              <a:ext uri="{FF2B5EF4-FFF2-40B4-BE49-F238E27FC236}">
                <a16:creationId xmlns:a16="http://schemas.microsoft.com/office/drawing/2014/main" id="{FC2C8003-2160-B364-6820-195243F52105}"/>
              </a:ext>
            </a:extLst>
          </p:cNvPr>
          <p:cNvGrpSpPr/>
          <p:nvPr/>
        </p:nvGrpSpPr>
        <p:grpSpPr>
          <a:xfrm>
            <a:off x="4391528" y="2254560"/>
            <a:ext cx="6835365" cy="2348880"/>
            <a:chOff x="7180263" y="1508760"/>
            <a:chExt cx="11176000" cy="3840480"/>
          </a:xfrm>
        </p:grpSpPr>
        <p:sp>
          <p:nvSpPr>
            <p:cNvPr id="10" name="frame">
              <a:extLst>
                <a:ext uri="{FF2B5EF4-FFF2-40B4-BE49-F238E27FC236}">
                  <a16:creationId xmlns:a16="http://schemas.microsoft.com/office/drawing/2014/main" id="{1538969F-A97D-5190-E52E-F24F9F0D36A8}"/>
                </a:ext>
              </a:extLst>
            </p:cNvPr>
            <p:cNvSpPr/>
            <p:nvPr/>
          </p:nvSpPr>
          <p:spPr>
            <a:xfrm>
              <a:off x="7180263" y="1508760"/>
              <a:ext cx="11176000" cy="3840480"/>
            </a:xfrm>
            <a:prstGeom prst="roundRect">
              <a:avLst>
                <a:gd name="adj" fmla="val 4625"/>
              </a:avLst>
            </a:prstGeom>
            <a:solidFill>
              <a:srgbClr val="0D173C">
                <a:alpha val="0"/>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solidFill>
                  <a:srgbClr val="FFFFFF"/>
                </a:solidFill>
                <a:latin typeface="Calibri" panose="020F0502020204030204"/>
              </a:endParaRPr>
            </a:p>
          </p:txBody>
        </p:sp>
        <p:grpSp>
          <p:nvGrpSpPr>
            <p:cNvPr id="11" name="Group 10">
              <a:extLst>
                <a:ext uri="{FF2B5EF4-FFF2-40B4-BE49-F238E27FC236}">
                  <a16:creationId xmlns:a16="http://schemas.microsoft.com/office/drawing/2014/main" id="{8177393A-ED5A-1C3F-9C0B-0063EB8558C0}"/>
                </a:ext>
              </a:extLst>
            </p:cNvPr>
            <p:cNvGrpSpPr/>
            <p:nvPr/>
          </p:nvGrpSpPr>
          <p:grpSpPr>
            <a:xfrm>
              <a:off x="7468740" y="1918364"/>
              <a:ext cx="10557006" cy="3021272"/>
              <a:chOff x="812771" y="2271562"/>
              <a:chExt cx="10557006" cy="3021272"/>
            </a:xfrm>
          </p:grpSpPr>
          <p:sp>
            <p:nvSpPr>
              <p:cNvPr id="12"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DDB08316-900A-A3C6-A051-889651B0F422}"/>
                  </a:ext>
                </a:extLst>
              </p:cNvPr>
              <p:cNvSpPr/>
              <p:nvPr/>
            </p:nvSpPr>
            <p:spPr bwMode="auto">
              <a:xfrm>
                <a:off x="812771"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p:spPr>
            <p:txBody>
              <a:bodyPr rtlCol="0" anchor="ctr"/>
              <a:lstStyle/>
              <a:p>
                <a:pPr algn="ctr" defTabSz="279624">
                  <a:spcAft>
                    <a:spcPts val="734"/>
                  </a:spcAft>
                  <a:defRPr/>
                </a:pPr>
                <a:r>
                  <a:rPr lang="en-US" sz="1468" b="1" spc="-31">
                    <a:solidFill>
                      <a:schemeClr val="tx2"/>
                    </a:solidFill>
                    <a:effectLst/>
                    <a:latin typeface="Segoe UI Semibold" panose="020B0502040204020203" pitchFamily="34" charset="0"/>
                    <a:cs typeface="Segoe UI Semibold" panose="020B0502040204020203" pitchFamily="34" charset="0"/>
                  </a:rPr>
                  <a:t>Managed </a:t>
                </a:r>
                <a:br>
                  <a:rPr lang="en-US" sz="1468" b="1" spc="-31">
                    <a:solidFill>
                      <a:schemeClr val="tx2"/>
                    </a:solidFill>
                    <a:effectLst/>
                    <a:latin typeface="Segoe UI Semibold" panose="020B0502040204020203" pitchFamily="34" charset="0"/>
                    <a:cs typeface="Segoe UI Semibold" panose="020B0502040204020203" pitchFamily="34" charset="0"/>
                  </a:rPr>
                </a:br>
                <a:r>
                  <a:rPr lang="en-US" sz="1468" b="1" spc="-31">
                    <a:solidFill>
                      <a:schemeClr val="tx2"/>
                    </a:solidFill>
                    <a:effectLst/>
                    <a:latin typeface="Segoe UI Semibold" panose="020B0502040204020203" pitchFamily="34" charset="0"/>
                    <a:cs typeface="Segoe UI Semibold" panose="020B0502040204020203" pitchFamily="34" charset="0"/>
                  </a:rPr>
                  <a:t>security</a:t>
                </a:r>
              </a:p>
              <a:p>
                <a:pPr algn="ctr" defTabSz="279624">
                  <a:spcAft>
                    <a:spcPts val="734"/>
                  </a:spcAft>
                  <a:defRPr/>
                </a:pPr>
                <a:r>
                  <a:rPr lang="en-US" sz="856">
                    <a:effectLst/>
                    <a:latin typeface="Segoe UI" panose="020B0502040204020203" pitchFamily="34" charset="0"/>
                    <a:cs typeface="Segoe UI" panose="020B0502040204020203" pitchFamily="34" charset="0"/>
                  </a:rPr>
                  <a:t>Advanced </a:t>
                </a:r>
                <a:br>
                  <a:rPr lang="en-US" sz="856">
                    <a:effectLst/>
                    <a:latin typeface="Segoe UI" panose="020B0502040204020203" pitchFamily="34" charset="0"/>
                    <a:cs typeface="Segoe UI" panose="020B0502040204020203" pitchFamily="34" charset="0"/>
                  </a:rPr>
                </a:br>
                <a:r>
                  <a:rPr lang="en-US" sz="856">
                    <a:effectLst/>
                    <a:latin typeface="Segoe UI" panose="020B0502040204020203" pitchFamily="34" charset="0"/>
                    <a:cs typeface="Segoe UI" panose="020B0502040204020203" pitchFamily="34" charset="0"/>
                  </a:rPr>
                  <a:t>protection for an </a:t>
                </a:r>
                <a:br>
                  <a:rPr lang="en-US" sz="856">
                    <a:effectLst/>
                    <a:latin typeface="Segoe UI" panose="020B0502040204020203" pitchFamily="34" charset="0"/>
                    <a:cs typeface="Segoe UI" panose="020B0502040204020203" pitchFamily="34" charset="0"/>
                  </a:rPr>
                </a:br>
                <a:r>
                  <a:rPr lang="en-US" sz="856">
                    <a:effectLst/>
                    <a:latin typeface="Segoe UI" panose="020B0502040204020203" pitchFamily="34" charset="0"/>
                    <a:cs typeface="Segoe UI" panose="020B0502040204020203" pitchFamily="34" charset="0"/>
                  </a:rPr>
                  <a:t>AI-driven world</a:t>
                </a:r>
              </a:p>
            </p:txBody>
          </p:sp>
          <p:sp>
            <p:nvSpPr>
              <p:cNvPr id="13"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4CEE4E90-2DF1-F112-0590-24114F4DFDD5}"/>
                  </a:ext>
                </a:extLst>
              </p:cNvPr>
              <p:cNvSpPr/>
              <p:nvPr/>
            </p:nvSpPr>
            <p:spPr bwMode="auto">
              <a:xfrm>
                <a:off x="3565803"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a:glow rad="127000">
                  <a:srgbClr val="202020">
                    <a:alpha val="5057"/>
                  </a:srgbClr>
                </a:glow>
              </a:effectLst>
            </p:spPr>
            <p:txBody>
              <a:bodyPr rtlCol="0" anchor="ctr"/>
              <a:lstStyle/>
              <a:p>
                <a:pPr algn="ctr" defTabSz="279624">
                  <a:spcAft>
                    <a:spcPts val="734"/>
                  </a:spcAft>
                  <a:defRPr/>
                </a:pPr>
                <a:r>
                  <a:rPr lang="en-US" sz="1468" b="1" spc="-31">
                    <a:solidFill>
                      <a:schemeClr val="tx2"/>
                    </a:solidFill>
                    <a:latin typeface="Segoe UI Semibold" panose="020B0502040204020203" pitchFamily="34" charset="0"/>
                    <a:cs typeface="Segoe UI Semibold" panose="020B0502040204020203" pitchFamily="34" charset="0"/>
                  </a:rPr>
                  <a:t>Managed </a:t>
                </a:r>
                <a:br>
                  <a:rPr lang="en-US" sz="1468" b="1" spc="-31">
                    <a:solidFill>
                      <a:schemeClr val="tx2"/>
                    </a:solidFill>
                    <a:latin typeface="Segoe UI Semibold" panose="020B0502040204020203" pitchFamily="34" charset="0"/>
                    <a:cs typeface="Segoe UI Semibold" panose="020B0502040204020203" pitchFamily="34" charset="0"/>
                  </a:rPr>
                </a:br>
                <a:r>
                  <a:rPr lang="en-US" sz="1468" b="1" spc="-31">
                    <a:solidFill>
                      <a:schemeClr val="tx2"/>
                    </a:solidFill>
                    <a:latin typeface="Segoe UI Semibold" panose="020B0502040204020203" pitchFamily="34" charset="0"/>
                    <a:cs typeface="Segoe UI Semibold" panose="020B0502040204020203" pitchFamily="34" charset="0"/>
                  </a:rPr>
                  <a:t>governance</a:t>
                </a:r>
              </a:p>
              <a:p>
                <a:pPr algn="ctr" defTabSz="279624">
                  <a:spcAft>
                    <a:spcPts val="734"/>
                  </a:spcAft>
                  <a:defRPr/>
                </a:pPr>
                <a:r>
                  <a:rPr lang="en-US" sz="856">
                    <a:latin typeface="Segoe UI" panose="020B0502040204020203" pitchFamily="34" charset="0"/>
                    <a:cs typeface="Segoe UI" panose="020B0502040204020203" pitchFamily="34" charset="0"/>
                  </a:rPr>
                  <a:t>More visibility,               more control,                   less effort</a:t>
                </a:r>
              </a:p>
            </p:txBody>
          </p:sp>
          <p:sp>
            <p:nvSpPr>
              <p:cNvPr id="14"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FFBA57C0-6498-F702-3767-3FE933961728}"/>
                  </a:ext>
                </a:extLst>
              </p:cNvPr>
              <p:cNvSpPr/>
              <p:nvPr/>
            </p:nvSpPr>
            <p:spPr bwMode="auto">
              <a:xfrm>
                <a:off x="6250009"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a:glow rad="127000">
                  <a:srgbClr val="202020">
                    <a:alpha val="5057"/>
                  </a:srgbClr>
                </a:glow>
              </a:effectLst>
            </p:spPr>
            <p:txBody>
              <a:bodyPr rtlCol="0" anchor="ctr"/>
              <a:lstStyle/>
              <a:p>
                <a:pPr algn="ctr" defTabSz="279624">
                  <a:spcAft>
                    <a:spcPts val="734"/>
                  </a:spcAft>
                  <a:defRPr/>
                </a:pPr>
                <a:r>
                  <a:rPr lang="en-US" sz="1468" b="1" spc="-31">
                    <a:solidFill>
                      <a:schemeClr val="tx2"/>
                    </a:solidFill>
                    <a:latin typeface="Segoe UI Semibold" panose="020B0502040204020203" pitchFamily="34" charset="0"/>
                    <a:cs typeface="Segoe UI Semibold" panose="020B0502040204020203" pitchFamily="34" charset="0"/>
                  </a:rPr>
                  <a:t>Managed operations</a:t>
                </a:r>
              </a:p>
              <a:p>
                <a:pPr algn="ctr" defTabSz="279624">
                  <a:spcAft>
                    <a:spcPts val="734"/>
                  </a:spcAft>
                  <a:defRPr/>
                </a:pPr>
                <a:r>
                  <a:rPr lang="en-US" sz="856">
                    <a:latin typeface="Segoe UI" panose="020B0502040204020203" pitchFamily="34" charset="0"/>
                    <a:cs typeface="Segoe UI" panose="020B0502040204020203" pitchFamily="34" charset="0"/>
                  </a:rPr>
                  <a:t>Operational </a:t>
                </a:r>
                <a:br>
                  <a:rPr lang="en-US" sz="856">
                    <a:latin typeface="Segoe UI" panose="020B0502040204020203" pitchFamily="34" charset="0"/>
                    <a:cs typeface="Segoe UI" panose="020B0502040204020203" pitchFamily="34" charset="0"/>
                  </a:rPr>
                </a:br>
                <a:r>
                  <a:rPr lang="en-US" sz="856">
                    <a:latin typeface="Segoe UI" panose="020B0502040204020203" pitchFamily="34" charset="0"/>
                    <a:cs typeface="Segoe UI" panose="020B0502040204020203" pitchFamily="34" charset="0"/>
                  </a:rPr>
                  <a:t>excellence for </a:t>
                </a:r>
                <a:br>
                  <a:rPr lang="en-US" sz="856">
                    <a:latin typeface="Segoe UI" panose="020B0502040204020203" pitchFamily="34" charset="0"/>
                    <a:cs typeface="Segoe UI" panose="020B0502040204020203" pitchFamily="34" charset="0"/>
                  </a:rPr>
                </a:br>
                <a:r>
                  <a:rPr lang="en-US" sz="856">
                    <a:latin typeface="Segoe UI" panose="020B0502040204020203" pitchFamily="34" charset="0"/>
                    <a:cs typeface="Segoe UI" panose="020B0502040204020203" pitchFamily="34" charset="0"/>
                  </a:rPr>
                  <a:t>agents at scale</a:t>
                </a:r>
                <a:endParaRPr lang="en-US" sz="856" b="1" spc="-31">
                  <a:latin typeface="Segoe UI Semibold" panose="020B0502040204020203" pitchFamily="34" charset="0"/>
                  <a:cs typeface="Segoe UI Semibold" panose="020B0502040204020203" pitchFamily="34" charset="0"/>
                </a:endParaRPr>
              </a:p>
            </p:txBody>
          </p:sp>
          <p:sp>
            <p:nvSpPr>
              <p:cNvPr id="15"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D7278378-A605-2EE2-09CA-17FE7AFB58B9}"/>
                  </a:ext>
                </a:extLst>
              </p:cNvPr>
              <p:cNvSpPr/>
              <p:nvPr/>
            </p:nvSpPr>
            <p:spPr bwMode="auto">
              <a:xfrm>
                <a:off x="8944047"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a:glow rad="127000">
                  <a:srgbClr val="202020">
                    <a:alpha val="5057"/>
                  </a:srgbClr>
                </a:glow>
              </a:effectLst>
            </p:spPr>
            <p:txBody>
              <a:bodyPr rtlCol="0" anchor="ctr"/>
              <a:lstStyle/>
              <a:p>
                <a:pPr algn="ctr" defTabSz="279624">
                  <a:spcAft>
                    <a:spcPts val="734"/>
                  </a:spcAft>
                  <a:defRPr/>
                </a:pPr>
                <a:r>
                  <a:rPr lang="en-US" sz="1468" b="1" spc="-31">
                    <a:solidFill>
                      <a:schemeClr val="tx2"/>
                    </a:solidFill>
                    <a:latin typeface="Segoe UI Semibold" panose="020B0502040204020203" pitchFamily="34" charset="0"/>
                    <a:cs typeface="Segoe UI Semibold" panose="020B0502040204020203" pitchFamily="34" charset="0"/>
                  </a:rPr>
                  <a:t>Managed availability</a:t>
                </a:r>
              </a:p>
              <a:p>
                <a:pPr algn="ctr" defTabSz="279624">
                  <a:spcAft>
                    <a:spcPts val="734"/>
                  </a:spcAft>
                  <a:defRPr/>
                </a:pPr>
                <a:r>
                  <a:rPr lang="en-US" sz="856">
                    <a:latin typeface="Segoe UI" panose="020B0502040204020203" pitchFamily="34" charset="0"/>
                    <a:cs typeface="Segoe UI" panose="020B0502040204020203" pitchFamily="34" charset="0"/>
                  </a:rPr>
                  <a:t>Enterprise-grade reliability for mission critical workloads</a:t>
                </a:r>
                <a:endParaRPr lang="en-US" sz="1100" kern="0">
                  <a:latin typeface="Calibri" panose="020F0502020204030204"/>
                </a:endParaRPr>
              </a:p>
            </p:txBody>
          </p:sp>
        </p:grpSp>
      </p:grpSp>
    </p:spTree>
    <p:extLst>
      <p:ext uri="{BB962C8B-B14F-4D97-AF65-F5344CB8AC3E}">
        <p14:creationId xmlns:p14="http://schemas.microsoft.com/office/powerpoint/2010/main" val="25039447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0"/>
                                  </p:stCondLst>
                                  <p:childTnLst>
                                    <p:animMotion origin="layout" path="M -6.87266E-7 0.03889 L -6.87266E-7 1.85185E-6 " pathEditMode="relative" rAng="0" ptsTypes="AA">
                                      <p:cBhvr>
                                        <p:cTn id="9" dur="500" fill="hold"/>
                                        <p:tgtEl>
                                          <p:spTgt spid="3"/>
                                        </p:tgtEl>
                                        <p:attrNameLst>
                                          <p:attrName>ppt_x</p:attrName>
                                          <p:attrName>ppt_y</p:attrName>
                                        </p:attrNameLst>
                                      </p:cBhvr>
                                      <p:rCtr x="0" y="-1944"/>
                                    </p:animMotion>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50"/>
                                        <p:tgtEl>
                                          <p:spTgt spid="2"/>
                                        </p:tgtEl>
                                      </p:cBhvr>
                                    </p:animEffect>
                                  </p:childTnLst>
                                </p:cTn>
                              </p:par>
                              <p:par>
                                <p:cTn id="14" presetID="42" presetClass="path" presetSubtype="0" decel="100000" fill="hold" nodeType="withEffect">
                                  <p:stCondLst>
                                    <p:cond delay="0"/>
                                  </p:stCondLst>
                                  <p:childTnLst>
                                    <p:animMotion origin="layout" path="M 1.25E-6 0.03889 L 1.25E-6 1.85185E-6 " pathEditMode="relative" rAng="0" ptsTypes="AA">
                                      <p:cBhvr>
                                        <p:cTn id="15" dur="500" fill="hold"/>
                                        <p:tgtEl>
                                          <p:spTgt spid="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99052-9C09-60B1-E352-7F07B6FF962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51B33A3-00C8-2E31-27CE-8D135C4F0790}"/>
              </a:ext>
            </a:extLst>
          </p:cNvPr>
          <p:cNvPicPr>
            <a:picLocks noChangeAspect="1"/>
          </p:cNvPicPr>
          <p:nvPr/>
        </p:nvPicPr>
        <p:blipFill>
          <a:blip r:embed="rId3">
            <a:alphaModFix amt="50000"/>
          </a:blip>
          <a:stretch>
            <a:fillRect/>
          </a:stretch>
        </p:blipFill>
        <p:spPr>
          <a:xfrm>
            <a:off x="0" y="-585472"/>
            <a:ext cx="12192000" cy="6858000"/>
          </a:xfrm>
          <a:prstGeom prst="rect">
            <a:avLst/>
          </a:prstGeom>
        </p:spPr>
      </p:pic>
      <p:sp>
        <p:nvSpPr>
          <p:cNvPr id="7" name="Rectangle 6">
            <a:extLst>
              <a:ext uri="{FF2B5EF4-FFF2-40B4-BE49-F238E27FC236}">
                <a16:creationId xmlns:a16="http://schemas.microsoft.com/office/drawing/2014/main" id="{20D20113-BCF6-7CDF-3891-B4718EEF9A8E}"/>
              </a:ext>
            </a:extLst>
          </p:cNvPr>
          <p:cNvSpPr/>
          <p:nvPr/>
        </p:nvSpPr>
        <p:spPr>
          <a:xfrm>
            <a:off x="6076741" y="1331786"/>
            <a:ext cx="1465454" cy="4194428"/>
          </a:xfrm>
          <a:prstGeom prst="rect">
            <a:avLst/>
          </a:prstGeom>
          <a:solidFill>
            <a:schemeClr val="tx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9624"/>
            <a:endParaRPr lang="en-US" sz="1101">
              <a:solidFill>
                <a:prstClr val="white"/>
              </a:solidFill>
              <a:latin typeface="Aptos" panose="02110004020202020204"/>
            </a:endParaRPr>
          </a:p>
        </p:txBody>
      </p:sp>
      <p:sp>
        <p:nvSpPr>
          <p:cNvPr id="47" name="Copilot">
            <a:extLst>
              <a:ext uri="{FF2B5EF4-FFF2-40B4-BE49-F238E27FC236}">
                <a16:creationId xmlns:a16="http://schemas.microsoft.com/office/drawing/2014/main" id="{48630CE2-9905-19A8-98F1-3C89EB7CF808}"/>
              </a:ext>
            </a:extLst>
          </p:cNvPr>
          <p:cNvSpPr>
            <a:spLocks noChangeAspect="1"/>
          </p:cNvSpPr>
          <p:nvPr/>
        </p:nvSpPr>
        <p:spPr>
          <a:xfrm>
            <a:off x="3586144" y="3340844"/>
            <a:ext cx="223703" cy="223703"/>
          </a:xfrm>
          <a:prstGeom prst="rect">
            <a:avLst/>
          </a:prstGeom>
          <a:blipFill>
            <a:blip>
              <a:alphaModFix amt="0"/>
              <a:extLst>
                <a:ext uri="{96DAC541-7B7A-43D3-8B79-37D633B846F1}">
                  <asvg:svgBlip xmlns:asvg="http://schemas.microsoft.com/office/drawing/2016/SVG/main" r:embed="rId4"/>
                </a:ext>
              </a:extLst>
            </a:blip>
            <a:stretch>
              <a:fillRect/>
            </a:stretch>
          </a:blipFill>
          <a:ln>
            <a:noFill/>
          </a:ln>
          <a:effectLst>
            <a:outerShdw blurRad="92463" dist="25400" dir="5400000" sx="101579" sy="101579" algn="ctr" rotWithShape="0">
              <a:schemeClr val="bg1">
                <a:alpha val="6485"/>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9079">
              <a:defRPr/>
            </a:pPr>
            <a:endParaRPr lang="en-US" sz="1100">
              <a:solidFill>
                <a:srgbClr val="FFFFFF"/>
              </a:solidFill>
              <a:latin typeface="Calibri" panose="020F0502020204030204"/>
            </a:endParaRPr>
          </a:p>
        </p:txBody>
      </p:sp>
      <p:sp>
        <p:nvSpPr>
          <p:cNvPr id="48" name="Rectangle 47">
            <a:extLst>
              <a:ext uri="{FF2B5EF4-FFF2-40B4-BE49-F238E27FC236}">
                <a16:creationId xmlns:a16="http://schemas.microsoft.com/office/drawing/2014/main" id="{F060FA77-E162-8EDB-C6A6-2A0714105461}"/>
              </a:ext>
            </a:extLst>
          </p:cNvPr>
          <p:cNvSpPr>
            <a:spLocks noChangeAspect="1"/>
          </p:cNvSpPr>
          <p:nvPr/>
        </p:nvSpPr>
        <p:spPr>
          <a:xfrm>
            <a:off x="6273040" y="3286863"/>
            <a:ext cx="279629" cy="279629"/>
          </a:xfrm>
          <a:prstGeom prst="rect">
            <a:avLst/>
          </a:prstGeom>
          <a:blipFill>
            <a:blip>
              <a:alphaModFix amt="0"/>
              <a:extLst>
                <a:ext uri="{96DAC541-7B7A-43D3-8B79-37D633B846F1}">
                  <asvg:svgBlip xmlns:asvg="http://schemas.microsoft.com/office/drawing/2016/SVG/main" r:embed="rId5"/>
                </a:ext>
              </a:extLst>
            </a:blip>
            <a:stretch>
              <a:fillRect/>
            </a:stretch>
          </a:blipFill>
          <a:ln>
            <a:noFill/>
          </a:ln>
          <a:effectLst>
            <a:outerShdw blurRad="92463" dist="25400" dir="5400000" sx="101579" sy="101579" algn="ctr" rotWithShape="0">
              <a:schemeClr val="bg1">
                <a:alpha val="6485"/>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9079">
              <a:defRPr/>
            </a:pPr>
            <a:endParaRPr lang="en-US" sz="1100">
              <a:solidFill>
                <a:srgbClr val="FFFFFF"/>
              </a:solidFill>
              <a:latin typeface="Calibri" panose="020F0502020204030204"/>
            </a:endParaRPr>
          </a:p>
        </p:txBody>
      </p:sp>
      <p:pic>
        <p:nvPicPr>
          <p:cNvPr id="49" name="Picture 48" descr="A blue and purple logo  AI-generated content may be incorrect.">
            <a:extLst>
              <a:ext uri="{FF2B5EF4-FFF2-40B4-BE49-F238E27FC236}">
                <a16:creationId xmlns:a16="http://schemas.microsoft.com/office/drawing/2014/main" id="{8B4F769D-7C1C-61A9-39D2-0F0234343EF1}"/>
              </a:ext>
            </a:extLst>
          </p:cNvPr>
          <p:cNvPicPr>
            <a:picLocks noChangeAspect="1"/>
          </p:cNvPicPr>
          <p:nvPr/>
        </p:nvPicPr>
        <p:blipFill>
          <a:blip r:embed="rId6">
            <a:alphaModFix amt="0"/>
            <a:extLst>
              <a:ext uri="{28A0092B-C50C-407E-A947-70E740481C1C}">
                <a14:useLocalDpi xmlns:a14="http://schemas.microsoft.com/office/drawing/2010/main" val="0"/>
              </a:ext>
            </a:extLst>
          </a:blip>
          <a:stretch>
            <a:fillRect/>
          </a:stretch>
        </p:blipFill>
        <p:spPr>
          <a:xfrm>
            <a:off x="4848655" y="3324955"/>
            <a:ext cx="223703" cy="223703"/>
          </a:xfrm>
          <a:prstGeom prst="rect">
            <a:avLst/>
          </a:prstGeom>
        </p:spPr>
      </p:pic>
      <p:pic>
        <p:nvPicPr>
          <p:cNvPr id="50" name="Agent 365">
            <a:extLst>
              <a:ext uri="{FF2B5EF4-FFF2-40B4-BE49-F238E27FC236}">
                <a16:creationId xmlns:a16="http://schemas.microsoft.com/office/drawing/2014/main" id="{427C5C40-7E76-CCE1-913D-5842F1D1EB54}"/>
              </a:ext>
            </a:extLst>
          </p:cNvPr>
          <p:cNvPicPr>
            <a:picLocks noChangeAspect="1"/>
          </p:cNvPicPr>
          <p:nvPr/>
        </p:nvPicPr>
        <p:blipFill>
          <a:blip>
            <a:alphaModFix amt="0"/>
            <a:extLst>
              <a:ext uri="{96DAC541-7B7A-43D3-8B79-37D633B846F1}">
                <asvg:svgBlip xmlns:asvg="http://schemas.microsoft.com/office/drawing/2016/SVG/main" r:embed="rId7"/>
              </a:ext>
            </a:extLst>
          </a:blip>
          <a:stretch>
            <a:fillRect/>
          </a:stretch>
        </p:blipFill>
        <p:spPr>
          <a:xfrm>
            <a:off x="8412543" y="3317149"/>
            <a:ext cx="223703" cy="223703"/>
          </a:xfrm>
          <a:prstGeom prst="rect">
            <a:avLst/>
          </a:prstGeom>
          <a:effectLst>
            <a:outerShdw blurRad="50800" dist="38100" dir="2700000" algn="tl" rotWithShape="0">
              <a:srgbClr val="0C073D">
                <a:alpha val="40000"/>
              </a:srgbClr>
            </a:outerShdw>
          </a:effectLst>
        </p:spPr>
      </p:pic>
      <p:pic>
        <p:nvPicPr>
          <p:cNvPr id="54" name="Graphic 53">
            <a:extLst>
              <a:ext uri="{FF2B5EF4-FFF2-40B4-BE49-F238E27FC236}">
                <a16:creationId xmlns:a16="http://schemas.microsoft.com/office/drawing/2014/main" id="{F54984FB-C9B6-1F6C-3076-F91A0ACBCDE8}"/>
              </a:ext>
            </a:extLst>
          </p:cNvPr>
          <p:cNvPicPr>
            <a:picLocks noChangeAspect="1"/>
          </p:cNvPicPr>
          <p:nvPr/>
        </p:nvPicPr>
        <p:blipFill>
          <a:blip>
            <a:alphaModFix amt="0"/>
            <a:extLst>
              <a:ext uri="{96DAC541-7B7A-43D3-8B79-37D633B846F1}">
                <asvg:svgBlip xmlns:asvg="http://schemas.microsoft.com/office/drawing/2016/SVG/main" r:embed="rId8"/>
              </a:ext>
            </a:extLst>
          </a:blip>
          <a:stretch>
            <a:fillRect/>
          </a:stretch>
        </p:blipFill>
        <p:spPr>
          <a:xfrm>
            <a:off x="5956184" y="3317149"/>
            <a:ext cx="223703" cy="223703"/>
          </a:xfrm>
          <a:prstGeom prst="rect">
            <a:avLst/>
          </a:prstGeom>
        </p:spPr>
      </p:pic>
      <p:pic>
        <p:nvPicPr>
          <p:cNvPr id="55" name="Graphic 54">
            <a:extLst>
              <a:ext uri="{FF2B5EF4-FFF2-40B4-BE49-F238E27FC236}">
                <a16:creationId xmlns:a16="http://schemas.microsoft.com/office/drawing/2014/main" id="{CB37E741-EDEB-2423-33CE-38144E23D5FE}"/>
              </a:ext>
            </a:extLst>
          </p:cNvPr>
          <p:cNvPicPr>
            <a:picLocks noChangeAspect="1"/>
          </p:cNvPicPr>
          <p:nvPr/>
        </p:nvPicPr>
        <p:blipFill>
          <a:blip>
            <a:alphaModFix amt="0"/>
            <a:extLst>
              <a:ext uri="{96DAC541-7B7A-43D3-8B79-37D633B846F1}">
                <asvg:svgBlip xmlns:asvg="http://schemas.microsoft.com/office/drawing/2016/SVG/main" r:embed="rId9"/>
              </a:ext>
            </a:extLst>
          </a:blip>
          <a:stretch>
            <a:fillRect/>
          </a:stretch>
        </p:blipFill>
        <p:spPr>
          <a:xfrm>
            <a:off x="6675226" y="3314960"/>
            <a:ext cx="223703" cy="223703"/>
          </a:xfrm>
          <a:prstGeom prst="rect">
            <a:avLst/>
          </a:prstGeom>
        </p:spPr>
      </p:pic>
      <p:pic>
        <p:nvPicPr>
          <p:cNvPr id="56" name="Graphic 55">
            <a:extLst>
              <a:ext uri="{FF2B5EF4-FFF2-40B4-BE49-F238E27FC236}">
                <a16:creationId xmlns:a16="http://schemas.microsoft.com/office/drawing/2014/main" id="{5783C97E-3493-4337-9A3A-4A19F417A596}"/>
              </a:ext>
            </a:extLst>
          </p:cNvPr>
          <p:cNvPicPr>
            <a:picLocks noChangeAspect="1"/>
          </p:cNvPicPr>
          <p:nvPr/>
        </p:nvPicPr>
        <p:blipFill>
          <a:blip>
            <a:alphaModFix amt="0"/>
            <a:extLst>
              <a:ext uri="{96DAC541-7B7A-43D3-8B79-37D633B846F1}">
                <asvg:svgBlip xmlns:asvg="http://schemas.microsoft.com/office/drawing/2016/SVG/main" r:embed="rId10"/>
              </a:ext>
            </a:extLst>
          </a:blip>
          <a:stretch>
            <a:fillRect/>
          </a:stretch>
        </p:blipFill>
        <p:spPr>
          <a:xfrm>
            <a:off x="7151463" y="3314960"/>
            <a:ext cx="223703" cy="223703"/>
          </a:xfrm>
          <a:prstGeom prst="rect">
            <a:avLst/>
          </a:prstGeom>
        </p:spPr>
      </p:pic>
      <p:pic>
        <p:nvPicPr>
          <p:cNvPr id="57" name="Graphic 56">
            <a:extLst>
              <a:ext uri="{FF2B5EF4-FFF2-40B4-BE49-F238E27FC236}">
                <a16:creationId xmlns:a16="http://schemas.microsoft.com/office/drawing/2014/main" id="{081E622A-D0D3-3FF9-31D2-01DC3924450B}"/>
              </a:ext>
            </a:extLst>
          </p:cNvPr>
          <p:cNvPicPr>
            <a:picLocks noChangeAspect="1"/>
          </p:cNvPicPr>
          <p:nvPr/>
        </p:nvPicPr>
        <p:blipFill>
          <a:blip>
            <a:alphaModFix amt="0"/>
            <a:extLst>
              <a:ext uri="{96DAC541-7B7A-43D3-8B79-37D633B846F1}">
                <asvg:svgBlip xmlns:asvg="http://schemas.microsoft.com/office/drawing/2016/SVG/main" r:embed="rId11"/>
              </a:ext>
            </a:extLst>
          </a:blip>
          <a:stretch>
            <a:fillRect/>
          </a:stretch>
        </p:blipFill>
        <p:spPr>
          <a:xfrm>
            <a:off x="7750668" y="3328577"/>
            <a:ext cx="223703" cy="223703"/>
          </a:xfrm>
          <a:prstGeom prst="rect">
            <a:avLst/>
          </a:prstGeom>
        </p:spPr>
      </p:pic>
      <p:pic>
        <p:nvPicPr>
          <p:cNvPr id="58" name="Picture 57">
            <a:extLst>
              <a:ext uri="{FF2B5EF4-FFF2-40B4-BE49-F238E27FC236}">
                <a16:creationId xmlns:a16="http://schemas.microsoft.com/office/drawing/2014/main" id="{B0B5325D-A6BA-2C59-26E8-FFA6736A95B4}"/>
              </a:ext>
            </a:extLst>
          </p:cNvPr>
          <p:cNvPicPr>
            <a:picLocks noChangeAspect="1"/>
          </p:cNvPicPr>
          <p:nvPr/>
        </p:nvPicPr>
        <p:blipFill>
          <a:blip r:embed="rId12">
            <a:alphaModFix amt="0"/>
          </a:blip>
          <a:stretch>
            <a:fillRect/>
          </a:stretch>
        </p:blipFill>
        <p:spPr>
          <a:xfrm>
            <a:off x="5296452" y="3324955"/>
            <a:ext cx="223703" cy="223703"/>
          </a:xfrm>
          <a:prstGeom prst="rect">
            <a:avLst/>
          </a:prstGeom>
        </p:spPr>
      </p:pic>
      <p:pic>
        <p:nvPicPr>
          <p:cNvPr id="59" name="Graphic 58">
            <a:extLst>
              <a:ext uri="{FF2B5EF4-FFF2-40B4-BE49-F238E27FC236}">
                <a16:creationId xmlns:a16="http://schemas.microsoft.com/office/drawing/2014/main" id="{F385117B-BE4D-68A7-BECD-9ABCF42376B6}"/>
              </a:ext>
            </a:extLst>
          </p:cNvPr>
          <p:cNvPicPr>
            <a:picLocks noChangeAspect="1"/>
          </p:cNvPicPr>
          <p:nvPr/>
        </p:nvPicPr>
        <p:blipFill>
          <a:blip>
            <a:alphaModFix amt="0"/>
            <a:extLst>
              <a:ext uri="{96DAC541-7B7A-43D3-8B79-37D633B846F1}">
                <asvg:svgBlip xmlns:asvg="http://schemas.microsoft.com/office/drawing/2016/SVG/main" r:embed="rId13"/>
              </a:ext>
            </a:extLst>
          </a:blip>
          <a:stretch>
            <a:fillRect/>
          </a:stretch>
        </p:blipFill>
        <p:spPr>
          <a:xfrm>
            <a:off x="5627170" y="3326389"/>
            <a:ext cx="223703" cy="223703"/>
          </a:xfrm>
          <a:prstGeom prst="rect">
            <a:avLst/>
          </a:prstGeom>
        </p:spPr>
      </p:pic>
      <p:pic>
        <p:nvPicPr>
          <p:cNvPr id="60" name="Graphic 59">
            <a:extLst>
              <a:ext uri="{FF2B5EF4-FFF2-40B4-BE49-F238E27FC236}">
                <a16:creationId xmlns:a16="http://schemas.microsoft.com/office/drawing/2014/main" id="{CEBF7172-779D-4E4A-AED9-09E604ECB3A3}"/>
              </a:ext>
            </a:extLst>
          </p:cNvPr>
          <p:cNvPicPr>
            <a:picLocks noChangeAspect="1"/>
          </p:cNvPicPr>
          <p:nvPr/>
        </p:nvPicPr>
        <p:blipFill>
          <a:blip>
            <a:alphaModFix amt="0"/>
            <a:extLst>
              <a:ext uri="{96DAC541-7B7A-43D3-8B79-37D633B846F1}">
                <asvg:svgBlip xmlns:asvg="http://schemas.microsoft.com/office/drawing/2016/SVG/main" r:embed="rId14"/>
              </a:ext>
            </a:extLst>
          </a:blip>
          <a:stretch>
            <a:fillRect/>
          </a:stretch>
        </p:blipFill>
        <p:spPr>
          <a:xfrm>
            <a:off x="4284632" y="3341573"/>
            <a:ext cx="223703" cy="223703"/>
          </a:xfrm>
          <a:prstGeom prst="rect">
            <a:avLst/>
          </a:prstGeom>
        </p:spPr>
      </p:pic>
      <p:sp>
        <p:nvSpPr>
          <p:cNvPr id="4" name="Headline">
            <a:extLst>
              <a:ext uri="{FF2B5EF4-FFF2-40B4-BE49-F238E27FC236}">
                <a16:creationId xmlns:a16="http://schemas.microsoft.com/office/drawing/2014/main" id="{FD4A0B68-80A1-2635-A30D-53281C4F3BBF}"/>
              </a:ext>
            </a:extLst>
          </p:cNvPr>
          <p:cNvSpPr txBox="1"/>
          <p:nvPr/>
        </p:nvSpPr>
        <p:spPr>
          <a:xfrm>
            <a:off x="3851716" y="2562152"/>
            <a:ext cx="1660972" cy="451790"/>
          </a:xfrm>
          <a:prstGeom prst="rect">
            <a:avLst/>
          </a:prstGeom>
          <a:noFill/>
        </p:spPr>
        <p:txBody>
          <a:bodyPr wrap="square" lIns="0" tIns="0" rIns="0" bIns="0">
            <a:spAutoFit/>
          </a:bodyPr>
          <a:lstStyle>
            <a:defPPr>
              <a:defRPr lang="en-US"/>
            </a:defPPr>
            <a:lvl1pPr marR="0" lvl="0" indent="0" algn="ctr" fontAlgn="base">
              <a:lnSpc>
                <a:spcPct val="100000"/>
              </a:lnSpc>
              <a:spcBef>
                <a:spcPts val="0"/>
              </a:spcBef>
              <a:spcAft>
                <a:spcPts val="0"/>
              </a:spcAft>
              <a:buClrTx/>
              <a:buSzTx/>
              <a:buFontTx/>
              <a:buNone/>
              <a:tabLst/>
              <a:defRPr kumimoji="0" sz="4800" u="none" strike="noStrike" cap="none" spc="-50" normalizeH="0" baseline="0">
                <a:ln w="3175">
                  <a:noFill/>
                </a:ln>
                <a:solidFill>
                  <a:prstClr val="white"/>
                </a:solidFill>
                <a:effectLst/>
                <a:uLnTx/>
                <a:uFillTx/>
                <a:latin typeface="Segoe UI" panose="020B0502040204020203" pitchFamily="34" charset="0"/>
                <a:cs typeface="Segoe UI" panose="020B0502040204020203" pitchFamily="34" charset="0"/>
              </a:defRPr>
            </a:lvl1pPr>
          </a:lstStyle>
          <a:p>
            <a:pPr defTabSz="279624"/>
            <a:r>
              <a:rPr lang="en-US" sz="2936" b="1" spc="-31">
                <a:latin typeface="Segoe Sans Display Semibold" pitchFamily="2" charset="0"/>
                <a:cs typeface="Segoe Sans Display Semibold" pitchFamily="2" charset="0"/>
              </a:rPr>
              <a:t>The tools</a:t>
            </a:r>
          </a:p>
        </p:txBody>
      </p:sp>
      <p:sp>
        <p:nvSpPr>
          <p:cNvPr id="6" name="Headline">
            <a:extLst>
              <a:ext uri="{FF2B5EF4-FFF2-40B4-BE49-F238E27FC236}">
                <a16:creationId xmlns:a16="http://schemas.microsoft.com/office/drawing/2014/main" id="{B6B29515-C77F-3C51-286C-066A816C0528}"/>
              </a:ext>
            </a:extLst>
          </p:cNvPr>
          <p:cNvSpPr txBox="1"/>
          <p:nvPr/>
        </p:nvSpPr>
        <p:spPr>
          <a:xfrm>
            <a:off x="5488804" y="2562152"/>
            <a:ext cx="3114653" cy="451790"/>
          </a:xfrm>
          <a:prstGeom prst="rect">
            <a:avLst/>
          </a:prstGeom>
          <a:noFill/>
        </p:spPr>
        <p:txBody>
          <a:bodyPr wrap="square" lIns="0" tIns="0" rIns="0" bIns="0">
            <a:spAutoFit/>
          </a:bodyPr>
          <a:lstStyle>
            <a:defPPr>
              <a:defRPr lang="en-US"/>
            </a:defPPr>
            <a:lvl1pPr marR="0" lvl="0" indent="0" algn="ctr" fontAlgn="base">
              <a:lnSpc>
                <a:spcPct val="100000"/>
              </a:lnSpc>
              <a:spcBef>
                <a:spcPts val="0"/>
              </a:spcBef>
              <a:spcAft>
                <a:spcPts val="0"/>
              </a:spcAft>
              <a:buClrTx/>
              <a:buSzTx/>
              <a:buFontTx/>
              <a:buNone/>
              <a:tabLst/>
              <a:defRPr kumimoji="0" sz="4800" u="none" strike="noStrike" cap="none" spc="-50" normalizeH="0" baseline="0">
                <a:ln w="3175">
                  <a:noFill/>
                </a:ln>
                <a:solidFill>
                  <a:prstClr val="white"/>
                </a:solidFill>
                <a:effectLst/>
                <a:uLnTx/>
                <a:uFillTx/>
                <a:latin typeface="Segoe Sans Display" pitchFamily="2" charset="0"/>
                <a:cs typeface="Segoe Sans Display" pitchFamily="2" charset="0"/>
              </a:defRPr>
            </a:lvl1pPr>
          </a:lstStyle>
          <a:p>
            <a:pPr defTabSz="279624"/>
            <a:r>
              <a:rPr lang="en-US" sz="2936" b="1" spc="-31">
                <a:latin typeface="Segoe Sans Display Semibold" pitchFamily="2" charset="0"/>
                <a:cs typeface="Segoe Sans Display Semibold" pitchFamily="2" charset="0"/>
              </a:rPr>
              <a:t>take the backseat. </a:t>
            </a:r>
          </a:p>
        </p:txBody>
      </p:sp>
      <p:sp>
        <p:nvSpPr>
          <p:cNvPr id="9" name="Headline">
            <a:extLst>
              <a:ext uri="{FF2B5EF4-FFF2-40B4-BE49-F238E27FC236}">
                <a16:creationId xmlns:a16="http://schemas.microsoft.com/office/drawing/2014/main" id="{5CBCCE14-CE0A-9FAC-C51D-E004273A579F}"/>
              </a:ext>
            </a:extLst>
          </p:cNvPr>
          <p:cNvSpPr txBox="1"/>
          <p:nvPr/>
        </p:nvSpPr>
        <p:spPr>
          <a:xfrm>
            <a:off x="3205071" y="3318717"/>
            <a:ext cx="5781860" cy="451790"/>
          </a:xfrm>
          <a:prstGeom prst="rect">
            <a:avLst/>
          </a:prstGeom>
          <a:noFill/>
        </p:spPr>
        <p:txBody>
          <a:bodyPr wrap="square" lIns="0" tIns="0" rIns="0" bIns="0">
            <a:spAutoFit/>
          </a:bodyPr>
          <a:lstStyle>
            <a:defPPr>
              <a:defRPr lang="en-US"/>
            </a:defPPr>
            <a:lvl1pPr marR="0" lvl="0" indent="0" algn="ctr" fontAlgn="base">
              <a:lnSpc>
                <a:spcPct val="100000"/>
              </a:lnSpc>
              <a:spcBef>
                <a:spcPts val="0"/>
              </a:spcBef>
              <a:spcAft>
                <a:spcPts val="0"/>
              </a:spcAft>
              <a:buClrTx/>
              <a:buSzTx/>
              <a:buFontTx/>
              <a:buNone/>
              <a:tabLst/>
              <a:defRPr kumimoji="0" sz="4800" u="none" strike="noStrike" cap="none" spc="-50" normalizeH="0" baseline="0">
                <a:ln w="3175">
                  <a:noFill/>
                </a:ln>
                <a:solidFill>
                  <a:prstClr val="white"/>
                </a:solidFill>
                <a:effectLst/>
                <a:uLnTx/>
                <a:uFillTx/>
                <a:latin typeface="Segoe Sans Display" pitchFamily="2" charset="0"/>
                <a:cs typeface="Segoe Sans Display" pitchFamily="2" charset="0"/>
              </a:defRPr>
            </a:lvl1pPr>
          </a:lstStyle>
          <a:p>
            <a:pPr defTabSz="279624"/>
            <a:r>
              <a:rPr lang="en-US" sz="2936" b="1" spc="-31">
                <a:latin typeface="Segoe Sans Display Semibold" pitchFamily="2" charset="0"/>
                <a:cs typeface="Segoe Sans Display Semibold" pitchFamily="2" charset="0"/>
              </a:rPr>
              <a:t>Your business takes the front seat. </a:t>
            </a:r>
          </a:p>
        </p:txBody>
      </p:sp>
    </p:spTree>
    <p:extLst>
      <p:ext uri="{BB962C8B-B14F-4D97-AF65-F5344CB8AC3E}">
        <p14:creationId xmlns:p14="http://schemas.microsoft.com/office/powerpoint/2010/main" val="8745425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par>
                                <p:cTn id="8" presetID="42" presetClass="path" presetSubtype="0" decel="100000" fill="hold" grpId="1" nodeType="withEffect">
                                  <p:stCondLst>
                                    <p:cond delay="500"/>
                                  </p:stCondLst>
                                  <p:childTnLst>
                                    <p:animMotion origin="layout" path="M -1.81572E-7 0.03889 L -1.81572E-7 3.7037E-6 " pathEditMode="relative" rAng="0" ptsTypes="AA">
                                      <p:cBhvr>
                                        <p:cTn id="9" dur="1000" fill="hold"/>
                                        <p:tgtEl>
                                          <p:spTgt spid="9"/>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E0D085-4768-FD80-AD57-EC2C96217977}"/>
              </a:ext>
            </a:extLst>
          </p:cNvPr>
          <p:cNvSpPr>
            <a:spLocks noGrp="1"/>
          </p:cNvSpPr>
          <p:nvPr>
            <p:ph type="body" sz="quarter" idx="10"/>
          </p:nvPr>
        </p:nvSpPr>
        <p:spPr>
          <a:xfrm>
            <a:off x="3109995" y="2472760"/>
            <a:ext cx="8489560" cy="1912479"/>
          </a:xfrm>
        </p:spPr>
        <p:txBody>
          <a:bodyPr/>
          <a:lstStyle/>
          <a:p>
            <a:r>
              <a:rPr lang="en-GB" dirty="0">
                <a:latin typeface="Segoe Sans Text Semibold" pitchFamily="2" charset="0"/>
                <a:cs typeface="Segoe Sans Text Semibold" pitchFamily="2" charset="0"/>
              </a:rPr>
              <a:t>Power Series Labs </a:t>
            </a:r>
          </a:p>
          <a:p>
            <a:endParaRPr lang="en-GB" sz="1650" i="1" dirty="0">
              <a:solidFill>
                <a:srgbClr val="00B0F0"/>
              </a:solidFill>
              <a:latin typeface="Segoe UI"/>
            </a:endParaRPr>
          </a:p>
          <a:p>
            <a:r>
              <a:rPr lang="en-US" sz="2400" i="1" dirty="0">
                <a:solidFill>
                  <a:srgbClr val="00B0F0"/>
                </a:solidFill>
                <a:latin typeface="Segoe Sans Text Semibold" pitchFamily="2" charset="0"/>
                <a:cs typeface="Segoe Sans Text Semibold" pitchFamily="2" charset="0"/>
              </a:rPr>
              <a:t>Automate Work in Power Apps with Supervised Agents</a:t>
            </a:r>
            <a:endParaRPr lang="en-GB" sz="2400" i="1" dirty="0">
              <a:solidFill>
                <a:srgbClr val="00B0F0"/>
              </a:solidFill>
              <a:latin typeface="Segoe Sans Text Semibold" pitchFamily="2" charset="0"/>
              <a:cs typeface="Segoe Sans Text Semibold" pitchFamily="2" charset="0"/>
            </a:endParaRPr>
          </a:p>
        </p:txBody>
      </p:sp>
      <p:pic>
        <p:nvPicPr>
          <p:cNvPr id="5" name="Picture 4" descr="The image depicts the Microsoft Power Platform logo, which features a green background with the Microsoft logo in white and a white circle in the center.&#10;&#10;AI-generated content may be incorrect.">
            <a:extLst>
              <a:ext uri="{FF2B5EF4-FFF2-40B4-BE49-F238E27FC236}">
                <a16:creationId xmlns:a16="http://schemas.microsoft.com/office/drawing/2014/main" id="{95FF5576-ABDF-6BED-5AF7-5BBA2AECAAA3}"/>
              </a:ext>
            </a:extLst>
          </p:cNvPr>
          <p:cNvPicPr>
            <a:picLocks noChangeAspect="1"/>
          </p:cNvPicPr>
          <p:nvPr/>
        </p:nvPicPr>
        <p:blipFill>
          <a:blip r:embed="rId3"/>
          <a:stretch>
            <a:fillRect/>
          </a:stretch>
        </p:blipFill>
        <p:spPr>
          <a:xfrm>
            <a:off x="9259957" y="5975927"/>
            <a:ext cx="2932043" cy="701158"/>
          </a:xfrm>
          <a:prstGeom prst="rect">
            <a:avLst/>
          </a:prstGeom>
        </p:spPr>
      </p:pic>
    </p:spTree>
    <p:extLst>
      <p:ext uri="{BB962C8B-B14F-4D97-AF65-F5344CB8AC3E}">
        <p14:creationId xmlns:p14="http://schemas.microsoft.com/office/powerpoint/2010/main" val="402943100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ame">
            <a:extLst>
              <a:ext uri="{FF2B5EF4-FFF2-40B4-BE49-F238E27FC236}">
                <a16:creationId xmlns:a16="http://schemas.microsoft.com/office/drawing/2014/main" id="{B2126AED-C8DB-2FD4-F908-DB22A7E5EB8B}"/>
              </a:ext>
            </a:extLst>
          </p:cNvPr>
          <p:cNvSpPr/>
          <p:nvPr/>
        </p:nvSpPr>
        <p:spPr>
          <a:xfrm>
            <a:off x="549273" y="4024467"/>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a:ln>
                  <a:noFill/>
                </a:ln>
                <a:solidFill>
                  <a:srgbClr val="091F2C"/>
                </a:solidFill>
                <a:effectLst/>
                <a:uLnTx/>
                <a:uFillTx/>
                <a:latin typeface="Segoe UI Semibold" panose="020B0502040204020203" pitchFamily="34" charset="0"/>
                <a:ea typeface="+mn-ea"/>
                <a:cs typeface="Segoe UI Semibold" panose="020B0502040204020203" pitchFamily="34" charset="0"/>
              </a:rPr>
              <a:t>Digitize Internal Operations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Replace manual work with focused apps and connected data</a:t>
            </a:r>
            <a:endParaRPr kumimoji="0" lang="en-US" sz="856"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pic>
        <p:nvPicPr>
          <p:cNvPr id="4" name="Picture 3" descr="The image features a minimalist design with four multicolored, cubic shapes in shades of purple, blue, and white.&#10;&#10;AI-generated content may be incorrect.">
            <a:extLst>
              <a:ext uri="{FF2B5EF4-FFF2-40B4-BE49-F238E27FC236}">
                <a16:creationId xmlns:a16="http://schemas.microsoft.com/office/drawing/2014/main" id="{E0C8FF59-071C-978C-25EB-ED6F8B6A0CAB}"/>
              </a:ext>
            </a:extLst>
          </p:cNvPr>
          <p:cNvPicPr>
            <a:picLocks noChangeAspect="1"/>
          </p:cNvPicPr>
          <p:nvPr/>
        </p:nvPicPr>
        <p:blipFill>
          <a:blip r:embed="rId2"/>
          <a:stretch>
            <a:fillRect/>
          </a:stretch>
        </p:blipFill>
        <p:spPr>
          <a:xfrm>
            <a:off x="198723" y="331438"/>
            <a:ext cx="701101" cy="739204"/>
          </a:xfrm>
          <a:prstGeom prst="rect">
            <a:avLst/>
          </a:prstGeom>
        </p:spPr>
      </p:pic>
      <p:sp>
        <p:nvSpPr>
          <p:cNvPr id="5" name="Title 4">
            <a:extLst>
              <a:ext uri="{FF2B5EF4-FFF2-40B4-BE49-F238E27FC236}">
                <a16:creationId xmlns:a16="http://schemas.microsoft.com/office/drawing/2014/main" id="{27E50399-8254-7423-42AB-B7E9BE578B52}"/>
              </a:ext>
            </a:extLst>
          </p:cNvPr>
          <p:cNvSpPr>
            <a:spLocks noGrp="1"/>
          </p:cNvSpPr>
          <p:nvPr>
            <p:ph type="title"/>
          </p:nvPr>
        </p:nvSpPr>
        <p:spPr>
          <a:xfrm>
            <a:off x="1001855" y="472440"/>
            <a:ext cx="11089218" cy="457200"/>
          </a:xfrm>
        </p:spPr>
        <p:txBody>
          <a:bodyPr/>
          <a:lstStyle/>
          <a:p>
            <a:r>
              <a:rPr lang="en-US" dirty="0"/>
              <a:t>The Power Series</a:t>
            </a:r>
          </a:p>
        </p:txBody>
      </p:sp>
      <p:pic>
        <p:nvPicPr>
          <p:cNvPr id="8" name="Picture 7">
            <a:extLst>
              <a:ext uri="{FF2B5EF4-FFF2-40B4-BE49-F238E27FC236}">
                <a16:creationId xmlns:a16="http://schemas.microsoft.com/office/drawing/2014/main" id="{FEC5234F-8EAE-23B3-FC28-96854F3940DD}"/>
              </a:ext>
            </a:extLst>
          </p:cNvPr>
          <p:cNvPicPr>
            <a:picLocks noChangeAspect="1"/>
          </p:cNvPicPr>
          <p:nvPr/>
        </p:nvPicPr>
        <p:blipFill>
          <a:blip r:embed="rId3"/>
          <a:stretch>
            <a:fillRect/>
          </a:stretch>
        </p:blipFill>
        <p:spPr>
          <a:xfrm>
            <a:off x="11116855" y="295747"/>
            <a:ext cx="876422" cy="342948"/>
          </a:xfrm>
          <a:prstGeom prst="rect">
            <a:avLst/>
          </a:prstGeom>
        </p:spPr>
      </p:pic>
      <p:sp>
        <p:nvSpPr>
          <p:cNvPr id="10" name="TextBox 9">
            <a:extLst>
              <a:ext uri="{FF2B5EF4-FFF2-40B4-BE49-F238E27FC236}">
                <a16:creationId xmlns:a16="http://schemas.microsoft.com/office/drawing/2014/main" id="{82500312-017D-6588-9321-25FEED705E0F}"/>
              </a:ext>
            </a:extLst>
          </p:cNvPr>
          <p:cNvSpPr txBox="1"/>
          <p:nvPr/>
        </p:nvSpPr>
        <p:spPr>
          <a:xfrm>
            <a:off x="549273" y="1247335"/>
            <a:ext cx="11444004" cy="1990801"/>
          </a:xfrm>
          <a:prstGeom prst="rect">
            <a:avLst/>
          </a:prstGeom>
          <a:noFill/>
        </p:spPr>
        <p:txBody>
          <a:bodyPr wrap="square">
            <a:spAutoFit/>
          </a:bodyPr>
          <a:lstStyle/>
          <a:p>
            <a:pPr marL="0" marR="0" indent="0" algn="l">
              <a:lnSpc>
                <a:spcPct val="120000"/>
              </a:lnSpc>
              <a:spcBef>
                <a:spcPts val="600"/>
              </a:spcBef>
              <a:buNone/>
            </a:pPr>
            <a:r>
              <a:rPr lang="en-US" sz="2800" b="1" spc="-61" dirty="0">
                <a:ln w="3175">
                  <a:noFill/>
                </a:ln>
                <a:gradFill flip="none" rotWithShape="1">
                  <a:gsLst>
                    <a:gs pos="70000">
                      <a:srgbClr val="016BEB"/>
                    </a:gs>
                    <a:gs pos="50000">
                      <a:srgbClr val="CF43A2"/>
                    </a:gs>
                    <a:gs pos="40000">
                      <a:srgbClr val="F09F52"/>
                    </a:gs>
                  </a:gsLst>
                  <a:path path="circle">
                    <a:fillToRect l="100000" t="100000"/>
                  </a:path>
                  <a:tileRect r="-100000" b="-100000"/>
                </a:gradFill>
                <a:latin typeface="Segoe Sans Display Semibold" pitchFamily="2" charset="0"/>
                <a:cs typeface="Segoe Sans Display Semibold" pitchFamily="2" charset="0"/>
              </a:rPr>
              <a:t>One Catalog. Five Tracks. Endless Possibilities.</a:t>
            </a:r>
          </a:p>
          <a:p>
            <a:pPr marL="0" marR="0" indent="0" algn="l">
              <a:lnSpc>
                <a:spcPct val="120000"/>
              </a:lnSpc>
              <a:spcBef>
                <a:spcPts val="600"/>
              </a:spcBef>
              <a:buNone/>
            </a:pPr>
            <a:r>
              <a:rPr lang="en-US" sz="1800" b="1" i="0" dirty="0">
                <a:solidFill>
                  <a:schemeClr val="tx1"/>
                </a:solidFill>
                <a:effectLst/>
                <a:latin typeface="+mn-lt"/>
              </a:rPr>
              <a:t>Let your business need shape the solution.</a:t>
            </a:r>
            <a:r>
              <a:rPr lang="en-US" sz="1800" b="0" i="0" dirty="0">
                <a:solidFill>
                  <a:schemeClr val="tx1"/>
                </a:solidFill>
                <a:effectLst/>
                <a:latin typeface="+mn-lt"/>
              </a:rPr>
              <a:t> </a:t>
            </a:r>
          </a:p>
          <a:p>
            <a:pPr marL="0" marR="0" indent="0" algn="l">
              <a:lnSpc>
                <a:spcPct val="100000"/>
              </a:lnSpc>
              <a:spcBef>
                <a:spcPts val="1050"/>
              </a:spcBef>
              <a:buNone/>
            </a:pPr>
            <a:r>
              <a:rPr lang="en-US" sz="1800" b="0" i="0" dirty="0">
                <a:solidFill>
                  <a:schemeClr val="tx1"/>
                </a:solidFill>
                <a:effectLst/>
                <a:latin typeface="+mn-lt"/>
              </a:rPr>
              <a:t>The Power Series gets you hands-on with every Power Platform capability, so you design the right solution for any business process – one or more apps, automations and agents, working together on a governed foundation. Run a track end to end, or pick the modules that fit your scenario, audience and skill level.</a:t>
            </a:r>
            <a:endParaRPr lang="en-US" sz="975" b="0" i="0" dirty="0">
              <a:solidFill>
                <a:srgbClr val="16243A"/>
              </a:solidFill>
              <a:effectLst/>
              <a:latin typeface="Segoe UI" panose="020B0502040204020203" pitchFamily="34" charset="0"/>
            </a:endParaRPr>
          </a:p>
        </p:txBody>
      </p:sp>
      <p:sp>
        <p:nvSpPr>
          <p:cNvPr id="71" name="frame">
            <a:extLst>
              <a:ext uri="{FF2B5EF4-FFF2-40B4-BE49-F238E27FC236}">
                <a16:creationId xmlns:a16="http://schemas.microsoft.com/office/drawing/2014/main" id="{EE5F846B-2451-9D46-9C55-2DD15C1B5969}"/>
              </a:ext>
            </a:extLst>
          </p:cNvPr>
          <p:cNvSpPr/>
          <p:nvPr/>
        </p:nvSpPr>
        <p:spPr>
          <a:xfrm>
            <a:off x="2826035" y="4024467"/>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dirty="0">
                <a:ln>
                  <a:noFill/>
                </a:ln>
                <a:solidFill>
                  <a:srgbClr val="091F2C"/>
                </a:solidFill>
                <a:effectLst/>
                <a:uLnTx/>
                <a:uFillTx/>
                <a:latin typeface="Segoe UI Semibold" panose="020B0502040204020203" pitchFamily="34" charset="0"/>
                <a:ea typeface="+mn-ea"/>
                <a:cs typeface="Segoe UI Semibold" panose="020B0502040204020203" pitchFamily="34" charset="0"/>
              </a:rPr>
              <a:t>Automate workflows and processes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Reduce repetitive work with automation, approvals, and AI</a:t>
            </a:r>
          </a:p>
        </p:txBody>
      </p:sp>
      <p:sp>
        <p:nvSpPr>
          <p:cNvPr id="73" name="frame">
            <a:extLst>
              <a:ext uri="{FF2B5EF4-FFF2-40B4-BE49-F238E27FC236}">
                <a16:creationId xmlns:a16="http://schemas.microsoft.com/office/drawing/2014/main" id="{58B68F7A-B7FE-1526-FF4F-A6E15C8143B1}"/>
              </a:ext>
            </a:extLst>
          </p:cNvPr>
          <p:cNvSpPr/>
          <p:nvPr/>
        </p:nvSpPr>
        <p:spPr>
          <a:xfrm>
            <a:off x="5102797" y="4024466"/>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dirty="0">
                <a:ln>
                  <a:noFill/>
                </a:ln>
                <a:solidFill>
                  <a:srgbClr val="091F2C"/>
                </a:solidFill>
                <a:effectLst/>
                <a:uLnTx/>
                <a:uFillTx/>
                <a:latin typeface="Segoe UI Semibold" panose="020B0502040204020203" pitchFamily="34" charset="0"/>
                <a:ea typeface="+mn-ea"/>
                <a:cs typeface="Segoe UI Semibold" panose="020B0502040204020203" pitchFamily="34" charset="0"/>
              </a:rPr>
              <a:t>Improve customer interactions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Create secure experiences for customers, partners and communities</a:t>
            </a:r>
          </a:p>
        </p:txBody>
      </p:sp>
      <p:sp>
        <p:nvSpPr>
          <p:cNvPr id="75" name="frame">
            <a:extLst>
              <a:ext uri="{FF2B5EF4-FFF2-40B4-BE49-F238E27FC236}">
                <a16:creationId xmlns:a16="http://schemas.microsoft.com/office/drawing/2014/main" id="{1B0F637B-A162-9991-5355-E0841F96FC56}"/>
              </a:ext>
            </a:extLst>
          </p:cNvPr>
          <p:cNvSpPr/>
          <p:nvPr/>
        </p:nvSpPr>
        <p:spPr>
          <a:xfrm>
            <a:off x="7379562" y="4024466"/>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dirty="0">
                <a:ln>
                  <a:noFill/>
                </a:ln>
                <a:solidFill>
                  <a:srgbClr val="091F2C"/>
                </a:solidFill>
                <a:effectLst/>
                <a:uLnTx/>
                <a:uFillTx/>
                <a:latin typeface="Segoe UI Semibold" panose="020B0502040204020203" pitchFamily="34" charset="0"/>
                <a:ea typeface="+mn-ea"/>
                <a:cs typeface="Segoe UI Semibold" panose="020B0502040204020203" pitchFamily="34" charset="0"/>
              </a:rPr>
              <a:t>Modernize existing applications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Evolve legacy solutions with modern apps, automation, and AI</a:t>
            </a:r>
          </a:p>
          <a:p>
            <a:pPr marL="0" marR="0" lvl="0" indent="0" algn="ctr" defTabSz="279624" rtl="0" eaLnBrk="1" fontAlgn="auto" latinLnBrk="0" hangingPunct="1">
              <a:lnSpc>
                <a:spcPct val="100000"/>
              </a:lnSpc>
              <a:spcBef>
                <a:spcPts val="0"/>
              </a:spcBef>
              <a:spcAft>
                <a:spcPts val="734"/>
              </a:spcAft>
              <a:buClrTx/>
              <a:buSzTx/>
              <a:buFontTx/>
              <a:buNone/>
              <a:tabLst/>
              <a:defRPr/>
            </a:pPr>
            <a:endParaRPr kumimoji="0" lang="en-US" sz="856"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77" name="frame">
            <a:extLst>
              <a:ext uri="{FF2B5EF4-FFF2-40B4-BE49-F238E27FC236}">
                <a16:creationId xmlns:a16="http://schemas.microsoft.com/office/drawing/2014/main" id="{9690D83D-C335-EC9D-34A9-B3B519B8A341}"/>
              </a:ext>
            </a:extLst>
          </p:cNvPr>
          <p:cNvSpPr/>
          <p:nvPr/>
        </p:nvSpPr>
        <p:spPr>
          <a:xfrm>
            <a:off x="9656324" y="4024466"/>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dirty="0">
                <a:ln>
                  <a:noFill/>
                </a:ln>
                <a:solidFill>
                  <a:srgbClr val="091F2C"/>
                </a:solidFill>
                <a:effectLst/>
                <a:uLnTx/>
                <a:uFillTx/>
                <a:latin typeface="Segoe UI Semibold" panose="020B0502040204020203" pitchFamily="34" charset="0"/>
                <a:ea typeface="+mn-ea"/>
                <a:cs typeface="Segoe UI Semibold" panose="020B0502040204020203" pitchFamily="34" charset="0"/>
              </a:rPr>
              <a:t>Strengthen governance and security</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Apply guardrails, visibility, and control across the platform</a:t>
            </a:r>
          </a:p>
        </p:txBody>
      </p:sp>
    </p:spTree>
    <p:extLst>
      <p:ext uri="{BB962C8B-B14F-4D97-AF65-F5344CB8AC3E}">
        <p14:creationId xmlns:p14="http://schemas.microsoft.com/office/powerpoint/2010/main" val="225241492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A035A-B250-9C17-BF43-72251BE29A8F}"/>
              </a:ext>
            </a:extLst>
          </p:cNvPr>
          <p:cNvSpPr txBox="1">
            <a:spLocks/>
          </p:cNvSpPr>
          <p:nvPr/>
        </p:nvSpPr>
        <p:spPr>
          <a:xfrm>
            <a:off x="2020422" y="1880694"/>
            <a:ext cx="7277583" cy="1651000"/>
          </a:xfrm>
          <a:prstGeom prst="rect">
            <a:avLst/>
          </a:prstGeom>
        </p:spPr>
        <p:txBody>
          <a:bodyPr/>
          <a:lstStyle>
            <a:lvl1pPr algn="l" defTabSz="914400" rtl="0" eaLnBrk="1" latinLnBrk="0" hangingPunct="1">
              <a:lnSpc>
                <a:spcPct val="90000"/>
              </a:lnSpc>
              <a:spcBef>
                <a:spcPct val="0"/>
              </a:spcBef>
              <a:buNone/>
              <a:defRPr sz="4200" b="1" i="0" kern="1200" spc="-70" baseline="0">
                <a:solidFill>
                  <a:schemeClr val="tx1"/>
                </a:solidFill>
                <a:latin typeface="Segoe Sans Display Semibold" pitchFamily="2" charset="0"/>
                <a:ea typeface="+mj-ea"/>
                <a:cs typeface="Segoe Sans Display Semibold" pitchFamily="2" charset="0"/>
              </a:defRPr>
            </a:lvl1pPr>
          </a:lstStyle>
          <a:p>
            <a:pPr>
              <a:lnSpc>
                <a:spcPct val="150000"/>
              </a:lnSpc>
            </a:pPr>
            <a:r>
              <a:rPr lang="en-GB" sz="3200" dirty="0">
                <a:latin typeface="Segoe Sans Text Semibold" pitchFamily="2" charset="0"/>
                <a:cs typeface="Segoe Sans Text Semibold" pitchFamily="2" charset="0"/>
              </a:rPr>
              <a:t>Lab: </a:t>
            </a:r>
            <a:r>
              <a:rPr lang="en-US" sz="3200" dirty="0">
                <a:latin typeface="Segoe Sans Text Semibold" pitchFamily="2" charset="0"/>
                <a:cs typeface="Segoe Sans Text Semibold" pitchFamily="2" charset="0"/>
              </a:rPr>
              <a:t>Automate Work in Power Apps with Supervised Agents</a:t>
            </a:r>
            <a:endParaRPr lang="en-US" sz="3200" dirty="0"/>
          </a:p>
        </p:txBody>
      </p:sp>
      <p:pic>
        <p:nvPicPr>
          <p:cNvPr id="3" name="Picture 2" descr="The image features a minimalist design with four multicolored, cubic shapes in shades of purple, blue, and white.&#10;&#10;AI-generated content may be incorrect.">
            <a:extLst>
              <a:ext uri="{FF2B5EF4-FFF2-40B4-BE49-F238E27FC236}">
                <a16:creationId xmlns:a16="http://schemas.microsoft.com/office/drawing/2014/main" id="{2C116654-D4C8-B40B-C6A8-9F482C4566C2}"/>
              </a:ext>
            </a:extLst>
          </p:cNvPr>
          <p:cNvPicPr>
            <a:picLocks noChangeAspect="1"/>
          </p:cNvPicPr>
          <p:nvPr/>
        </p:nvPicPr>
        <p:blipFill>
          <a:blip r:embed="rId2"/>
          <a:stretch>
            <a:fillRect/>
          </a:stretch>
        </p:blipFill>
        <p:spPr>
          <a:xfrm>
            <a:off x="198723" y="331438"/>
            <a:ext cx="701101" cy="739204"/>
          </a:xfrm>
          <a:prstGeom prst="rect">
            <a:avLst/>
          </a:prstGeom>
        </p:spPr>
      </p:pic>
      <p:sp>
        <p:nvSpPr>
          <p:cNvPr id="4" name="Title 4">
            <a:extLst>
              <a:ext uri="{FF2B5EF4-FFF2-40B4-BE49-F238E27FC236}">
                <a16:creationId xmlns:a16="http://schemas.microsoft.com/office/drawing/2014/main" id="{1EF7932E-8AB5-09F7-B8EE-E920100D05A1}"/>
              </a:ext>
            </a:extLst>
          </p:cNvPr>
          <p:cNvSpPr txBox="1">
            <a:spLocks/>
          </p:cNvSpPr>
          <p:nvPr/>
        </p:nvSpPr>
        <p:spPr>
          <a:xfrm>
            <a:off x="1001855" y="472440"/>
            <a:ext cx="11089218" cy="457200"/>
          </a:xfrm>
          <a:prstGeom prst="rect">
            <a:avLst/>
          </a:prstGeom>
        </p:spPr>
        <p:txBody>
          <a:bodyPr/>
          <a:lstStyle>
            <a:lvl1pPr algn="l" defTabSz="914400" rtl="0" eaLnBrk="1" latinLnBrk="0" hangingPunct="1">
              <a:lnSpc>
                <a:spcPct val="90000"/>
              </a:lnSpc>
              <a:spcBef>
                <a:spcPct val="0"/>
              </a:spcBef>
              <a:buNone/>
              <a:defRPr sz="4200" b="1" i="0" kern="1200" spc="-70" baseline="0">
                <a:solidFill>
                  <a:schemeClr val="tx1"/>
                </a:solidFill>
                <a:latin typeface="Segoe Sans Display Semibold" pitchFamily="2" charset="0"/>
                <a:ea typeface="+mj-ea"/>
                <a:cs typeface="Segoe Sans Display Semibold" pitchFamily="2" charset="0"/>
              </a:defRPr>
            </a:lvl1pPr>
          </a:lstStyle>
          <a:p>
            <a:r>
              <a:rPr lang="en-US"/>
              <a:t>The Power Series</a:t>
            </a:r>
            <a:endParaRPr lang="en-US" dirty="0"/>
          </a:p>
        </p:txBody>
      </p:sp>
      <p:sp>
        <p:nvSpPr>
          <p:cNvPr id="10" name="TextBox 9">
            <a:extLst>
              <a:ext uri="{FF2B5EF4-FFF2-40B4-BE49-F238E27FC236}">
                <a16:creationId xmlns:a16="http://schemas.microsoft.com/office/drawing/2014/main" id="{FB02551C-C033-7F2A-F431-B61740DBFCD9}"/>
              </a:ext>
            </a:extLst>
          </p:cNvPr>
          <p:cNvSpPr txBox="1"/>
          <p:nvPr/>
        </p:nvSpPr>
        <p:spPr>
          <a:xfrm>
            <a:off x="1858071" y="4151806"/>
            <a:ext cx="8134113" cy="1212576"/>
          </a:xfrm>
          <a:prstGeom prst="rect">
            <a:avLst/>
          </a:prstGeom>
          <a:noFill/>
        </p:spPr>
        <p:txBody>
          <a:bodyPr wrap="square">
            <a:spAutoFit/>
          </a:bodyPr>
          <a:lstStyle/>
          <a:p>
            <a:pPr marL="285750" indent="-285750">
              <a:lnSpc>
                <a:spcPct val="120000"/>
              </a:lnSpc>
              <a:spcBef>
                <a:spcPts val="600"/>
              </a:spcBef>
              <a:buFont typeface="Arial" panose="020B0604020202020204" pitchFamily="34" charset="0"/>
              <a:buChar char="•"/>
            </a:pPr>
            <a:r>
              <a:rPr lang="en-US" sz="1800" dirty="0">
                <a:latin typeface="+mj-lt"/>
                <a:cs typeface="Segoe UI"/>
              </a:rPr>
              <a:t>Configure Copilot Studio agents that use Power Apps MCP server tools.</a:t>
            </a:r>
          </a:p>
          <a:p>
            <a:pPr marL="285750" indent="-285750">
              <a:lnSpc>
                <a:spcPct val="120000"/>
              </a:lnSpc>
              <a:spcBef>
                <a:spcPts val="600"/>
              </a:spcBef>
              <a:buFont typeface="Arial" panose="020B0604020202020204" pitchFamily="34" charset="0"/>
              <a:buChar char="•"/>
            </a:pPr>
            <a:r>
              <a:rPr lang="en-US" sz="1800" dirty="0">
                <a:latin typeface="+mj-lt"/>
                <a:cs typeface="Segoe UI"/>
              </a:rPr>
              <a:t>Add email and Dataverse triggers that automate agent execution.</a:t>
            </a:r>
          </a:p>
          <a:p>
            <a:pPr marL="285750" indent="-285750">
              <a:lnSpc>
                <a:spcPct val="120000"/>
              </a:lnSpc>
              <a:spcBef>
                <a:spcPts val="600"/>
              </a:spcBef>
              <a:buFont typeface="Arial" panose="020B0604020202020204" pitchFamily="34" charset="0"/>
              <a:buChar char="•"/>
            </a:pPr>
            <a:r>
              <a:rPr lang="en-US" sz="1800" dirty="0">
                <a:latin typeface="+mj-lt"/>
                <a:cs typeface="Segoe UI"/>
              </a:rPr>
              <a:t>Publish agents into Agent Feed for review inside a model-driven app.</a:t>
            </a:r>
          </a:p>
        </p:txBody>
      </p:sp>
      <p:pic>
        <p:nvPicPr>
          <p:cNvPr id="7" name="Picture 6">
            <a:extLst>
              <a:ext uri="{FF2B5EF4-FFF2-40B4-BE49-F238E27FC236}">
                <a16:creationId xmlns:a16="http://schemas.microsoft.com/office/drawing/2014/main" id="{F103B95A-9F64-38B5-2697-B521D2923FB8}"/>
              </a:ext>
            </a:extLst>
          </p:cNvPr>
          <p:cNvPicPr>
            <a:picLocks noChangeAspect="1"/>
          </p:cNvPicPr>
          <p:nvPr/>
        </p:nvPicPr>
        <p:blipFill>
          <a:blip r:embed="rId3"/>
          <a:stretch>
            <a:fillRect/>
          </a:stretch>
        </p:blipFill>
        <p:spPr>
          <a:xfrm>
            <a:off x="11116855" y="295747"/>
            <a:ext cx="876422" cy="342948"/>
          </a:xfrm>
          <a:prstGeom prst="rect">
            <a:avLst/>
          </a:prstGeom>
        </p:spPr>
      </p:pic>
    </p:spTree>
    <p:extLst>
      <p:ext uri="{BB962C8B-B14F-4D97-AF65-F5344CB8AC3E}">
        <p14:creationId xmlns:p14="http://schemas.microsoft.com/office/powerpoint/2010/main" val="289762941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685800" y="1234440"/>
            <a:ext cx="3840480" cy="3246120"/>
          </a:xfrm>
          <a:prstGeom prst="roundRect">
            <a:avLst>
              <a:gd name="adj" fmla="val 4343"/>
            </a:avLst>
          </a:prstGeom>
          <a:solidFill>
            <a:srgbClr val="EAF4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353312"/>
            <a:ext cx="3383280" cy="365760"/>
          </a:xfrm>
          <a:prstGeom prst="rect">
            <a:avLst/>
          </a:prstGeom>
          <a:noFill/>
        </p:spPr>
        <p:txBody>
          <a:bodyPr wrap="square" lIns="0" tIns="0" rIns="0" bIns="0" anchor="t">
            <a:spAutoFit/>
          </a:bodyPr>
          <a:lstStyle/>
          <a:p>
            <a:pPr algn="l">
              <a:spcAft>
                <a:spcPts val="400"/>
              </a:spcAft>
            </a:pPr>
            <a:r>
              <a:rPr sz="2400" b="1">
                <a:solidFill>
                  <a:srgbClr val="0078D4"/>
                </a:solidFill>
                <a:latin typeface="Segoe UI"/>
              </a:rPr>
              <a:t>MCP Host</a:t>
            </a:r>
          </a:p>
        </p:txBody>
      </p:sp>
      <p:sp>
        <p:nvSpPr>
          <p:cNvPr id="12" name="TextBox 11"/>
          <p:cNvSpPr txBox="1"/>
          <p:nvPr/>
        </p:nvSpPr>
        <p:spPr>
          <a:xfrm>
            <a:off x="896112" y="1673352"/>
            <a:ext cx="3429000" cy="200055"/>
          </a:xfrm>
          <a:prstGeom prst="rect">
            <a:avLst/>
          </a:prstGeom>
          <a:noFill/>
        </p:spPr>
        <p:txBody>
          <a:bodyPr wrap="square" lIns="0" tIns="0" rIns="0" bIns="0" anchor="t">
            <a:spAutoFit/>
          </a:bodyPr>
          <a:lstStyle/>
          <a:p>
            <a:pPr algn="l">
              <a:spcAft>
                <a:spcPts val="400"/>
              </a:spcAft>
            </a:pPr>
            <a:r>
              <a:rPr sz="1300" b="0">
                <a:solidFill>
                  <a:srgbClr val="4B5A68"/>
                </a:solidFill>
                <a:latin typeface="Segoe UI"/>
              </a:rPr>
              <a:t>The AI application (VS Code, </a:t>
            </a:r>
            <a:r>
              <a:rPr lang="en-US" sz="1300" b="0">
                <a:solidFill>
                  <a:srgbClr val="4B5A68"/>
                </a:solidFill>
                <a:latin typeface="Segoe UI"/>
              </a:rPr>
              <a:t>GitHub Copilot</a:t>
            </a:r>
            <a:r>
              <a:rPr sz="1300" b="0">
                <a:solidFill>
                  <a:srgbClr val="4B5A68"/>
                </a:solidFill>
                <a:latin typeface="Segoe UI"/>
              </a:rPr>
              <a:t>)</a:t>
            </a:r>
          </a:p>
        </p:txBody>
      </p:sp>
      <p:sp>
        <p:nvSpPr>
          <p:cNvPr id="13" name="Rounded Rectangle 12"/>
          <p:cNvSpPr/>
          <p:nvPr/>
        </p:nvSpPr>
        <p:spPr>
          <a:xfrm>
            <a:off x="1051560" y="2148840"/>
            <a:ext cx="1417320" cy="868680"/>
          </a:xfrm>
          <a:prstGeom prst="round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697480" y="2148840"/>
            <a:ext cx="1417320" cy="868680"/>
          </a:xfrm>
          <a:prstGeom prst="roundRect">
            <a:avLst/>
          </a:prstGeom>
          <a:solidFill>
            <a:srgbClr val="FFFFFF"/>
          </a:solidFill>
          <a:ln w="1270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2350008"/>
            <a:ext cx="1234440" cy="228600"/>
          </a:xfrm>
          <a:prstGeom prst="rect">
            <a:avLst/>
          </a:prstGeom>
          <a:noFill/>
        </p:spPr>
        <p:txBody>
          <a:bodyPr wrap="square" lIns="0" tIns="0" rIns="0" bIns="0" anchor="t">
            <a:spAutoFit/>
          </a:bodyPr>
          <a:lstStyle/>
          <a:p>
            <a:pPr algn="ctr">
              <a:spcAft>
                <a:spcPts val="400"/>
              </a:spcAft>
            </a:pPr>
            <a:r>
              <a:rPr sz="1800" b="1">
                <a:solidFill>
                  <a:srgbClr val="0078D4"/>
                </a:solidFill>
                <a:latin typeface="Segoe UI"/>
              </a:rPr>
              <a:t>MCP Client</a:t>
            </a:r>
          </a:p>
        </p:txBody>
      </p:sp>
      <p:sp>
        <p:nvSpPr>
          <p:cNvPr id="16" name="TextBox 15"/>
          <p:cNvSpPr txBox="1"/>
          <p:nvPr/>
        </p:nvSpPr>
        <p:spPr>
          <a:xfrm>
            <a:off x="2788920" y="2350008"/>
            <a:ext cx="1234440" cy="228600"/>
          </a:xfrm>
          <a:prstGeom prst="rect">
            <a:avLst/>
          </a:prstGeom>
          <a:noFill/>
        </p:spPr>
        <p:txBody>
          <a:bodyPr wrap="square" lIns="0" tIns="0" rIns="0" bIns="0" anchor="t">
            <a:spAutoFit/>
          </a:bodyPr>
          <a:lstStyle/>
          <a:p>
            <a:pPr algn="ctr">
              <a:spcAft>
                <a:spcPts val="400"/>
              </a:spcAft>
            </a:pPr>
            <a:r>
              <a:rPr sz="1800" b="1">
                <a:solidFill>
                  <a:srgbClr val="00B7C3"/>
                </a:solidFill>
                <a:latin typeface="Segoe UI"/>
              </a:rPr>
              <a:t>MCP Client</a:t>
            </a:r>
          </a:p>
        </p:txBody>
      </p:sp>
      <p:sp>
        <p:nvSpPr>
          <p:cNvPr id="17" name="TextBox 16"/>
          <p:cNvSpPr txBox="1"/>
          <p:nvPr/>
        </p:nvSpPr>
        <p:spPr>
          <a:xfrm>
            <a:off x="1124712" y="2633472"/>
            <a:ext cx="1280160" cy="164592"/>
          </a:xfrm>
          <a:prstGeom prst="rect">
            <a:avLst/>
          </a:prstGeom>
          <a:noFill/>
        </p:spPr>
        <p:txBody>
          <a:bodyPr wrap="square" lIns="0" tIns="0" rIns="0" bIns="0" anchor="t">
            <a:spAutoFit/>
          </a:bodyPr>
          <a:lstStyle/>
          <a:p>
            <a:pPr algn="ctr">
              <a:spcAft>
                <a:spcPts val="400"/>
              </a:spcAft>
            </a:pPr>
            <a:r>
              <a:rPr sz="1050" b="0">
                <a:solidFill>
                  <a:srgbClr val="66727D"/>
                </a:solidFill>
                <a:latin typeface="Segoe UI"/>
              </a:rPr>
              <a:t>Maintains connection</a:t>
            </a:r>
          </a:p>
        </p:txBody>
      </p:sp>
      <p:sp>
        <p:nvSpPr>
          <p:cNvPr id="18" name="TextBox 17"/>
          <p:cNvSpPr txBox="1"/>
          <p:nvPr/>
        </p:nvSpPr>
        <p:spPr>
          <a:xfrm>
            <a:off x="2770632" y="2633472"/>
            <a:ext cx="1280160" cy="164592"/>
          </a:xfrm>
          <a:prstGeom prst="rect">
            <a:avLst/>
          </a:prstGeom>
          <a:noFill/>
        </p:spPr>
        <p:txBody>
          <a:bodyPr wrap="square" lIns="0" tIns="0" rIns="0" bIns="0" anchor="t">
            <a:spAutoFit/>
          </a:bodyPr>
          <a:lstStyle/>
          <a:p>
            <a:pPr algn="ctr">
              <a:spcAft>
                <a:spcPts val="400"/>
              </a:spcAft>
            </a:pPr>
            <a:r>
              <a:rPr sz="1050" b="0">
                <a:solidFill>
                  <a:srgbClr val="66727D"/>
                </a:solidFill>
                <a:latin typeface="Segoe UI"/>
              </a:rPr>
              <a:t>Maintains connection</a:t>
            </a:r>
          </a:p>
        </p:txBody>
      </p:sp>
      <p:sp>
        <p:nvSpPr>
          <p:cNvPr id="19" name="Rounded Rectangle 18"/>
          <p:cNvSpPr/>
          <p:nvPr/>
        </p:nvSpPr>
        <p:spPr>
          <a:xfrm>
            <a:off x="6629400" y="1783080"/>
            <a:ext cx="2011680" cy="1143000"/>
          </a:xfrm>
          <a:prstGeom prst="roundRect">
            <a:avLst/>
          </a:prstGeom>
          <a:solidFill>
            <a:srgbClr val="E9FBFD"/>
          </a:solidFill>
          <a:ln w="1270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61120" y="2788920"/>
            <a:ext cx="2011680" cy="1143000"/>
          </a:xfrm>
          <a:prstGeom prst="roundRect">
            <a:avLst/>
          </a:prstGeom>
          <a:solidFill>
            <a:srgbClr val="F3EEFF"/>
          </a:solidFill>
          <a:ln w="12700">
            <a:solidFill>
              <a:srgbClr val="866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12280" y="2039112"/>
            <a:ext cx="1645920" cy="228600"/>
          </a:xfrm>
          <a:prstGeom prst="rect">
            <a:avLst/>
          </a:prstGeom>
          <a:noFill/>
        </p:spPr>
        <p:txBody>
          <a:bodyPr wrap="square" lIns="0" tIns="0" rIns="0" bIns="0" anchor="t">
            <a:spAutoFit/>
          </a:bodyPr>
          <a:lstStyle/>
          <a:p>
            <a:pPr algn="ctr">
              <a:spcAft>
                <a:spcPts val="400"/>
              </a:spcAft>
            </a:pPr>
            <a:r>
              <a:rPr sz="2100" b="1">
                <a:solidFill>
                  <a:srgbClr val="00B7C3"/>
                </a:solidFill>
                <a:latin typeface="Segoe UI"/>
              </a:rPr>
              <a:t>MCP Server</a:t>
            </a:r>
          </a:p>
        </p:txBody>
      </p:sp>
      <p:sp>
        <p:nvSpPr>
          <p:cNvPr id="22" name="TextBox 21"/>
          <p:cNvSpPr txBox="1"/>
          <p:nvPr/>
        </p:nvSpPr>
        <p:spPr>
          <a:xfrm>
            <a:off x="9144000" y="3044952"/>
            <a:ext cx="1645920" cy="228600"/>
          </a:xfrm>
          <a:prstGeom prst="rect">
            <a:avLst/>
          </a:prstGeom>
          <a:noFill/>
        </p:spPr>
        <p:txBody>
          <a:bodyPr wrap="square" lIns="0" tIns="0" rIns="0" bIns="0" anchor="t">
            <a:spAutoFit/>
          </a:bodyPr>
          <a:lstStyle/>
          <a:p>
            <a:pPr algn="ctr">
              <a:spcAft>
                <a:spcPts val="400"/>
              </a:spcAft>
            </a:pPr>
            <a:r>
              <a:rPr sz="2100" b="1">
                <a:solidFill>
                  <a:srgbClr val="8661C5"/>
                </a:solidFill>
                <a:latin typeface="Segoe UI"/>
              </a:rPr>
              <a:t>MCP Server</a:t>
            </a:r>
          </a:p>
        </p:txBody>
      </p:sp>
      <p:sp>
        <p:nvSpPr>
          <p:cNvPr id="23" name="TextBox 22"/>
          <p:cNvSpPr txBox="1"/>
          <p:nvPr/>
        </p:nvSpPr>
        <p:spPr>
          <a:xfrm>
            <a:off x="6739128" y="2340864"/>
            <a:ext cx="1783080" cy="320040"/>
          </a:xfrm>
          <a:prstGeom prst="rect">
            <a:avLst/>
          </a:prstGeom>
          <a:noFill/>
        </p:spPr>
        <p:txBody>
          <a:bodyPr wrap="square" lIns="0" tIns="0" rIns="0" bIns="0" anchor="t">
            <a:spAutoFit/>
          </a:bodyPr>
          <a:lstStyle/>
          <a:p>
            <a:pPr algn="ctr">
              <a:spcAft>
                <a:spcPts val="400"/>
              </a:spcAft>
            </a:pPr>
            <a:r>
              <a:rPr sz="1150" b="0">
                <a:solidFill>
                  <a:srgbClr val="51616E"/>
                </a:solidFill>
                <a:latin typeface="Segoe UI"/>
              </a:rPr>
              <a:t>Exposes tools, resources, and prompts</a:t>
            </a:r>
          </a:p>
        </p:txBody>
      </p:sp>
      <p:sp>
        <p:nvSpPr>
          <p:cNvPr id="24" name="TextBox 23"/>
          <p:cNvSpPr txBox="1"/>
          <p:nvPr/>
        </p:nvSpPr>
        <p:spPr>
          <a:xfrm>
            <a:off x="9079992" y="3346704"/>
            <a:ext cx="1783080" cy="320040"/>
          </a:xfrm>
          <a:prstGeom prst="rect">
            <a:avLst/>
          </a:prstGeom>
          <a:noFill/>
        </p:spPr>
        <p:txBody>
          <a:bodyPr wrap="square" lIns="0" tIns="0" rIns="0" bIns="0" anchor="t">
            <a:spAutoFit/>
          </a:bodyPr>
          <a:lstStyle/>
          <a:p>
            <a:pPr algn="ctr">
              <a:spcAft>
                <a:spcPts val="400"/>
              </a:spcAft>
            </a:pPr>
            <a:r>
              <a:rPr sz="1150" b="0">
                <a:solidFill>
                  <a:srgbClr val="51616E"/>
                </a:solidFill>
                <a:latin typeface="Segoe UI"/>
              </a:rPr>
              <a:t>Exposes tools, resources, and prompts</a:t>
            </a:r>
          </a:p>
        </p:txBody>
      </p:sp>
      <p:cxnSp>
        <p:nvCxnSpPr>
          <p:cNvPr id="25" name="Connector 24"/>
          <p:cNvCxnSpPr/>
          <p:nvPr/>
        </p:nvCxnSpPr>
        <p:spPr>
          <a:xfrm flipV="1">
            <a:off x="4114800" y="2331720"/>
            <a:ext cx="2514600" cy="246888"/>
          </a:xfrm>
          <a:prstGeom prst="line">
            <a:avLst/>
          </a:prstGeom>
          <a:ln w="31750">
            <a:solidFill>
              <a:srgbClr val="0078D4"/>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6327648" y="2231136"/>
            <a:ext cx="228600" cy="228600"/>
          </a:xfrm>
          <a:prstGeom prst="triangl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4114800" y="2651760"/>
            <a:ext cx="4846320" cy="685800"/>
          </a:xfrm>
          <a:prstGeom prst="line">
            <a:avLst/>
          </a:prstGeom>
          <a:ln w="31750">
            <a:solidFill>
              <a:srgbClr val="8661C5"/>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8668512" y="3200400"/>
            <a:ext cx="228600" cy="228600"/>
          </a:xfrm>
          <a:prstGeom prst="triangl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54880" y="1993392"/>
            <a:ext cx="1417320" cy="228600"/>
          </a:xfrm>
          <a:prstGeom prst="rect">
            <a:avLst/>
          </a:prstGeom>
          <a:noFill/>
        </p:spPr>
        <p:txBody>
          <a:bodyPr wrap="square" lIns="0" tIns="0" rIns="0" bIns="0" anchor="t">
            <a:spAutoFit/>
          </a:bodyPr>
          <a:lstStyle/>
          <a:p>
            <a:pPr algn="ctr">
              <a:spcAft>
                <a:spcPts val="400"/>
              </a:spcAft>
            </a:pPr>
            <a:r>
              <a:rPr sz="1100" b="0">
                <a:solidFill>
                  <a:srgbClr val="0078D4"/>
                </a:solidFill>
                <a:latin typeface="Segoe UI"/>
              </a:rPr>
              <a:t>Dedicated connection</a:t>
            </a:r>
          </a:p>
        </p:txBody>
      </p:sp>
      <p:sp>
        <p:nvSpPr>
          <p:cNvPr id="30" name="TextBox 29"/>
          <p:cNvSpPr txBox="1"/>
          <p:nvPr/>
        </p:nvSpPr>
        <p:spPr>
          <a:xfrm>
            <a:off x="5715000" y="3072384"/>
            <a:ext cx="1600200" cy="228600"/>
          </a:xfrm>
          <a:prstGeom prst="rect">
            <a:avLst/>
          </a:prstGeom>
          <a:noFill/>
        </p:spPr>
        <p:txBody>
          <a:bodyPr wrap="square" lIns="0" tIns="0" rIns="0" bIns="0" anchor="t">
            <a:spAutoFit/>
          </a:bodyPr>
          <a:lstStyle/>
          <a:p>
            <a:pPr algn="ctr">
              <a:spcAft>
                <a:spcPts val="400"/>
              </a:spcAft>
            </a:pPr>
            <a:r>
              <a:rPr sz="1100" b="0">
                <a:solidFill>
                  <a:srgbClr val="8661C5"/>
                </a:solidFill>
                <a:latin typeface="Segoe UI"/>
              </a:rPr>
              <a:t>One client per server</a:t>
            </a:r>
          </a:p>
        </p:txBody>
      </p:sp>
      <p:sp>
        <p:nvSpPr>
          <p:cNvPr id="31" name="Rounded Rectangle 30"/>
          <p:cNvSpPr/>
          <p:nvPr/>
        </p:nvSpPr>
        <p:spPr>
          <a:xfrm>
            <a:off x="749808" y="4754880"/>
            <a:ext cx="5303520" cy="1234440"/>
          </a:xfrm>
          <a:prstGeom prst="roundRect">
            <a:avLst>
              <a:gd name="adj" fmla="val 3550"/>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49808" y="4754880"/>
            <a:ext cx="82296" cy="12344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 y="4919472"/>
            <a:ext cx="5047488" cy="746358"/>
          </a:xfrm>
          <a:prstGeom prst="rect">
            <a:avLst/>
          </a:prstGeom>
          <a:noFill/>
        </p:spPr>
        <p:txBody>
          <a:bodyPr wrap="square" lIns="45720" rIns="45720" anchor="t">
            <a:spAutoFit/>
          </a:bodyPr>
          <a:lstStyle/>
          <a:p>
            <a:pPr algn="l">
              <a:spcAft>
                <a:spcPts val="300"/>
              </a:spcAft>
            </a:pPr>
            <a:r>
              <a:rPr sz="1250" b="1">
                <a:solidFill>
                  <a:srgbClr val="3E4852"/>
                </a:solidFill>
                <a:latin typeface="Segoe UI"/>
              </a:rPr>
              <a:t>MCP Host</a:t>
            </a:r>
            <a:r>
              <a:rPr sz="1250" b="0">
                <a:solidFill>
                  <a:srgbClr val="3E4852"/>
                </a:solidFill>
                <a:latin typeface="Segoe UI"/>
              </a:rPr>
              <a:t>: The AI application (VS Code, </a:t>
            </a:r>
            <a:r>
              <a:rPr lang="en-CA" sz="1250" b="0">
                <a:solidFill>
                  <a:srgbClr val="3E4852"/>
                </a:solidFill>
                <a:latin typeface="Segoe UI"/>
              </a:rPr>
              <a:t>GitHub Copilot</a:t>
            </a:r>
            <a:r>
              <a:rPr sz="1250" b="0">
                <a:solidFill>
                  <a:srgbClr val="3E4852"/>
                </a:solidFill>
                <a:latin typeface="Segoe UI"/>
              </a:rPr>
              <a:t>)</a:t>
            </a:r>
          </a:p>
          <a:p>
            <a:pPr algn="l">
              <a:spcAft>
                <a:spcPts val="300"/>
              </a:spcAft>
            </a:pPr>
            <a:r>
              <a:rPr sz="1250" b="1">
                <a:solidFill>
                  <a:srgbClr val="3E4852"/>
                </a:solidFill>
                <a:latin typeface="Segoe UI"/>
              </a:rPr>
              <a:t>MCP Client</a:t>
            </a:r>
            <a:r>
              <a:rPr sz="1250" b="0">
                <a:solidFill>
                  <a:srgbClr val="3E4852"/>
                </a:solidFill>
                <a:latin typeface="Segoe UI"/>
              </a:rPr>
              <a:t>: Maintains connection to an MCP server</a:t>
            </a:r>
          </a:p>
          <a:p>
            <a:pPr algn="l">
              <a:spcAft>
                <a:spcPts val="300"/>
              </a:spcAft>
            </a:pPr>
            <a:r>
              <a:rPr sz="1250" b="1">
                <a:solidFill>
                  <a:srgbClr val="3E4852"/>
                </a:solidFill>
                <a:latin typeface="Segoe UI"/>
              </a:rPr>
              <a:t>MCP Server</a:t>
            </a:r>
            <a:r>
              <a:rPr sz="1250" b="0">
                <a:solidFill>
                  <a:srgbClr val="3E4852"/>
                </a:solidFill>
                <a:latin typeface="Segoe UI"/>
              </a:rPr>
              <a:t>: Exposes tools, resources, and prompts</a:t>
            </a:r>
            <a:r>
              <a:rPr lang="en-CA" sz="1250" b="0">
                <a:solidFill>
                  <a:srgbClr val="3E4852"/>
                </a:solidFill>
                <a:latin typeface="Segoe UI"/>
              </a:rPr>
              <a:t> that AI can use</a:t>
            </a:r>
            <a:endParaRPr sz="1250" b="0">
              <a:solidFill>
                <a:srgbClr val="3E4852"/>
              </a:solidFill>
              <a:latin typeface="Segoe UI"/>
            </a:endParaRPr>
          </a:p>
        </p:txBody>
      </p:sp>
      <p:sp>
        <p:nvSpPr>
          <p:cNvPr id="34" name="Rounded Rectangle 33"/>
          <p:cNvSpPr/>
          <p:nvPr/>
        </p:nvSpPr>
        <p:spPr>
          <a:xfrm>
            <a:off x="6236208" y="4754880"/>
            <a:ext cx="5212080" cy="1234440"/>
          </a:xfrm>
          <a:prstGeom prst="roundRect">
            <a:avLst>
              <a:gd name="adj" fmla="val 3550"/>
            </a:avLst>
          </a:prstGeom>
          <a:solidFill>
            <a:srgbClr val="F5F5F5"/>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36208" y="4754880"/>
            <a:ext cx="82296" cy="123444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0" y="4919472"/>
            <a:ext cx="4956048" cy="960120"/>
          </a:xfrm>
          <a:prstGeom prst="rect">
            <a:avLst/>
          </a:prstGeom>
          <a:noFill/>
        </p:spPr>
        <p:txBody>
          <a:bodyPr wrap="square" lIns="45720" rIns="45720" anchor="t">
            <a:spAutoFit/>
          </a:bodyPr>
          <a:lstStyle/>
          <a:p>
            <a:pPr algn="l">
              <a:spcAft>
                <a:spcPts val="300"/>
              </a:spcAft>
            </a:pPr>
            <a:r>
              <a:rPr sz="1250" b="0">
                <a:solidFill>
                  <a:srgbClr val="3E4852"/>
                </a:solidFill>
                <a:latin typeface="Segoe UI"/>
              </a:rPr>
              <a:t>Host creates one MCP Client per MCP Server</a:t>
            </a:r>
          </a:p>
          <a:p>
            <a:pPr algn="l">
              <a:spcAft>
                <a:spcPts val="300"/>
              </a:spcAft>
            </a:pPr>
            <a:r>
              <a:rPr sz="1250" b="0">
                <a:solidFill>
                  <a:srgbClr val="3E4852"/>
                </a:solidFill>
                <a:latin typeface="Segoe UI"/>
              </a:rPr>
              <a:t>Each client maintains a dedicated connection</a:t>
            </a:r>
          </a:p>
          <a:p>
            <a:pPr algn="l">
              <a:spcAft>
                <a:spcPts val="300"/>
              </a:spcAft>
            </a:pPr>
            <a:r>
              <a:rPr sz="1250" b="0">
                <a:solidFill>
                  <a:srgbClr val="3E4852"/>
                </a:solidFill>
                <a:latin typeface="Segoe UI"/>
              </a:rPr>
              <a:t>Servers expose Tools, Resources, and Prompts</a:t>
            </a:r>
          </a:p>
        </p:txBody>
      </p:sp>
      <p:sp>
        <p:nvSpPr>
          <p:cNvPr id="40" name="Title 39">
            <a:extLst>
              <a:ext uri="{FF2B5EF4-FFF2-40B4-BE49-F238E27FC236}">
                <a16:creationId xmlns:a16="http://schemas.microsoft.com/office/drawing/2014/main" id="{C4817E73-BA88-0C2F-8E53-F3172076C545}"/>
              </a:ext>
            </a:extLst>
          </p:cNvPr>
          <p:cNvSpPr>
            <a:spLocks noGrp="1"/>
          </p:cNvSpPr>
          <p:nvPr>
            <p:ph type="title"/>
          </p:nvPr>
        </p:nvSpPr>
        <p:spPr/>
        <p:txBody>
          <a:bodyPr/>
          <a:lstStyle/>
          <a:p>
            <a:r>
              <a:rPr lang="en-US" sz="4400" dirty="0">
                <a:solidFill>
                  <a:srgbClr val="202124"/>
                </a:solidFill>
                <a:latin typeface="Segoe UI"/>
              </a:rPr>
              <a:t>MCP architecture: Client-server model</a:t>
            </a:r>
            <a:br>
              <a:rPr lang="en-US" sz="4400" dirty="0">
                <a:solidFill>
                  <a:srgbClr val="202124"/>
                </a:solidFill>
                <a:latin typeface="Segoe UI"/>
              </a:rPr>
            </a:br>
            <a:endParaRPr lang="en-US"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2480" y="609600"/>
            <a:ext cx="10972800" cy="670560"/>
          </a:xfrm>
          <a:prstGeom prst="rect">
            <a:avLst/>
          </a:prstGeom>
          <a:noFill/>
          <a:ln/>
        </p:spPr>
        <p:txBody>
          <a:bodyPr wrap="square" lIns="0" tIns="0" rIns="0" bIns="0" rtlCol="0" anchor="ctr"/>
          <a:lstStyle/>
          <a:p>
            <a:pPr defTabSz="1219170"/>
            <a:r>
              <a:rPr lang="en-US" sz="3467" b="1">
                <a:solidFill>
                  <a:srgbClr val="0A0A0A"/>
                </a:solidFill>
                <a:latin typeface="Calibri" pitchFamily="34" charset="0"/>
                <a:ea typeface="Calibri" pitchFamily="34" charset="-122"/>
                <a:cs typeface="Calibri" pitchFamily="34" charset="-120"/>
              </a:rPr>
              <a:t>Where each server fits in the Power Platform stack</a:t>
            </a:r>
            <a:endParaRPr lang="en-US" sz="3467">
              <a:solidFill>
                <a:prstClr val="black"/>
              </a:solidFill>
              <a:latin typeface="Calibri" panose="020F0502020204030204"/>
            </a:endParaRPr>
          </a:p>
        </p:txBody>
      </p:sp>
      <p:sp>
        <p:nvSpPr>
          <p:cNvPr id="5" name="Shape 3"/>
          <p:cNvSpPr/>
          <p:nvPr/>
        </p:nvSpPr>
        <p:spPr>
          <a:xfrm>
            <a:off x="487680" y="1341120"/>
            <a:ext cx="11216640" cy="0"/>
          </a:xfrm>
          <a:prstGeom prst="line">
            <a:avLst/>
          </a:prstGeom>
          <a:noFill/>
          <a:ln w="9525">
            <a:solidFill>
              <a:srgbClr val="D9D9D9"/>
            </a:solidFill>
            <a:prstDash val="solid"/>
          </a:ln>
        </p:spPr>
        <p:txBody>
          <a:bodyPr/>
          <a:lstStyle/>
          <a:p>
            <a:pPr defTabSz="1219170"/>
            <a:endParaRPr lang="en-CH" sz="2400">
              <a:solidFill>
                <a:prstClr val="black"/>
              </a:solidFill>
              <a:latin typeface="Calibri" panose="020F0502020204030204"/>
            </a:endParaRPr>
          </a:p>
        </p:txBody>
      </p:sp>
      <p:sp>
        <p:nvSpPr>
          <p:cNvPr id="6" name="Shape 4"/>
          <p:cNvSpPr/>
          <p:nvPr/>
        </p:nvSpPr>
        <p:spPr>
          <a:xfrm>
            <a:off x="975360" y="1584960"/>
            <a:ext cx="7924800" cy="755904"/>
          </a:xfrm>
          <a:prstGeom prst="rect">
            <a:avLst/>
          </a:prstGeom>
          <a:solidFill>
            <a:srgbClr val="F0F0F0"/>
          </a:solidFill>
          <a:ln w="12700">
            <a:solidFill>
              <a:srgbClr val="F0F0F0"/>
            </a:solidFill>
            <a:prstDash val="solid"/>
          </a:ln>
        </p:spPr>
        <p:txBody>
          <a:bodyPr/>
          <a:lstStyle/>
          <a:p>
            <a:pPr defTabSz="1219170"/>
            <a:endParaRPr lang="en-CH" sz="2400">
              <a:solidFill>
                <a:prstClr val="black"/>
              </a:solidFill>
              <a:latin typeface="Calibri" panose="020F0502020204030204"/>
            </a:endParaRPr>
          </a:p>
        </p:txBody>
      </p:sp>
      <p:sp>
        <p:nvSpPr>
          <p:cNvPr id="7" name="Text 5"/>
          <p:cNvSpPr/>
          <p:nvPr/>
        </p:nvSpPr>
        <p:spPr>
          <a:xfrm>
            <a:off x="1158240" y="1658112"/>
            <a:ext cx="7559040" cy="341376"/>
          </a:xfrm>
          <a:prstGeom prst="rect">
            <a:avLst/>
          </a:prstGeom>
          <a:noFill/>
          <a:ln/>
        </p:spPr>
        <p:txBody>
          <a:bodyPr wrap="square" lIns="0" tIns="0" rIns="0" bIns="0" rtlCol="0" anchor="ctr"/>
          <a:lstStyle/>
          <a:p>
            <a:pPr defTabSz="1219170"/>
            <a:r>
              <a:rPr lang="en-US" sz="1600" b="1">
                <a:solidFill>
                  <a:srgbClr val="1A1A1A"/>
                </a:solidFill>
                <a:latin typeface="Calibri" pitchFamily="34" charset="0"/>
                <a:ea typeface="Calibri" pitchFamily="34" charset="-122"/>
                <a:cs typeface="Calibri" pitchFamily="34" charset="-120"/>
              </a:rPr>
              <a:t>Agent runtime</a:t>
            </a:r>
            <a:endParaRPr lang="en-US" sz="1600">
              <a:solidFill>
                <a:prstClr val="black"/>
              </a:solidFill>
              <a:latin typeface="Calibri" panose="020F0502020204030204"/>
            </a:endParaRPr>
          </a:p>
        </p:txBody>
      </p:sp>
      <p:sp>
        <p:nvSpPr>
          <p:cNvPr id="8" name="Text 6"/>
          <p:cNvSpPr/>
          <p:nvPr/>
        </p:nvSpPr>
        <p:spPr>
          <a:xfrm>
            <a:off x="1158240" y="1975104"/>
            <a:ext cx="7559040" cy="316992"/>
          </a:xfrm>
          <a:prstGeom prst="rect">
            <a:avLst/>
          </a:prstGeom>
          <a:noFill/>
          <a:ln/>
        </p:spPr>
        <p:txBody>
          <a:bodyPr wrap="square" lIns="0" tIns="0" rIns="0" bIns="0" rtlCol="0" anchor="ctr"/>
          <a:lstStyle/>
          <a:p>
            <a:pPr defTabSz="1219170"/>
            <a:r>
              <a:rPr lang="en-US" sz="1200">
                <a:solidFill>
                  <a:srgbClr val="1A1A1A"/>
                </a:solidFill>
                <a:latin typeface="Calibri" pitchFamily="34" charset="0"/>
                <a:ea typeface="Calibri" pitchFamily="34" charset="-122"/>
                <a:cs typeface="Calibri" pitchFamily="34" charset="-120"/>
              </a:rPr>
              <a:t>Copilot Studio · VS Code · Claude · Azure AI Foundry</a:t>
            </a:r>
            <a:endParaRPr lang="en-US" sz="1200">
              <a:solidFill>
                <a:prstClr val="black"/>
              </a:solidFill>
              <a:latin typeface="Calibri" panose="020F0502020204030204"/>
            </a:endParaRPr>
          </a:p>
        </p:txBody>
      </p:sp>
      <p:sp>
        <p:nvSpPr>
          <p:cNvPr id="9" name="Shape 7"/>
          <p:cNvSpPr/>
          <p:nvPr/>
        </p:nvSpPr>
        <p:spPr>
          <a:xfrm>
            <a:off x="975360" y="2438400"/>
            <a:ext cx="7924800" cy="755904"/>
          </a:xfrm>
          <a:prstGeom prst="rect">
            <a:avLst/>
          </a:prstGeom>
          <a:solidFill>
            <a:srgbClr val="742774"/>
          </a:solidFill>
          <a:ln w="12700">
            <a:solidFill>
              <a:srgbClr val="742774"/>
            </a:solidFill>
            <a:prstDash val="solid"/>
          </a:ln>
        </p:spPr>
        <p:txBody>
          <a:bodyPr/>
          <a:lstStyle/>
          <a:p>
            <a:pPr defTabSz="1219170"/>
            <a:endParaRPr lang="en-CH" sz="2400">
              <a:solidFill>
                <a:prstClr val="black"/>
              </a:solidFill>
              <a:latin typeface="Calibri" panose="020F0502020204030204"/>
            </a:endParaRPr>
          </a:p>
        </p:txBody>
      </p:sp>
      <p:sp>
        <p:nvSpPr>
          <p:cNvPr id="10" name="Text 8"/>
          <p:cNvSpPr/>
          <p:nvPr/>
        </p:nvSpPr>
        <p:spPr>
          <a:xfrm>
            <a:off x="1158240" y="2511552"/>
            <a:ext cx="7559040" cy="341376"/>
          </a:xfrm>
          <a:prstGeom prst="rect">
            <a:avLst/>
          </a:prstGeom>
          <a:noFill/>
          <a:ln/>
        </p:spPr>
        <p:txBody>
          <a:bodyPr wrap="square" lIns="0" tIns="0" rIns="0" bIns="0" rtlCol="0" anchor="ctr"/>
          <a:lstStyle/>
          <a:p>
            <a:pPr defTabSz="1219170"/>
            <a:r>
              <a:rPr lang="en-US" sz="1600" b="1">
                <a:solidFill>
                  <a:srgbClr val="FFFFFF"/>
                </a:solidFill>
                <a:latin typeface="Calibri" pitchFamily="34" charset="0"/>
                <a:ea typeface="Calibri" pitchFamily="34" charset="-122"/>
                <a:cs typeface="Calibri" pitchFamily="34" charset="-120"/>
              </a:rPr>
              <a:t>Power Apps MCP Server</a:t>
            </a:r>
            <a:endParaRPr lang="en-US" sz="1600">
              <a:solidFill>
                <a:prstClr val="black"/>
              </a:solidFill>
              <a:latin typeface="Calibri" panose="020F0502020204030204"/>
            </a:endParaRPr>
          </a:p>
        </p:txBody>
      </p:sp>
      <p:sp>
        <p:nvSpPr>
          <p:cNvPr id="11" name="Text 9"/>
          <p:cNvSpPr/>
          <p:nvPr/>
        </p:nvSpPr>
        <p:spPr>
          <a:xfrm>
            <a:off x="1158240" y="2828544"/>
            <a:ext cx="7559040" cy="316992"/>
          </a:xfrm>
          <a:prstGeom prst="rect">
            <a:avLst/>
          </a:prstGeom>
          <a:noFill/>
          <a:ln/>
        </p:spPr>
        <p:txBody>
          <a:bodyPr wrap="square" lIns="0" tIns="0" rIns="0" bIns="0" rtlCol="0" anchor="ctr"/>
          <a:lstStyle/>
          <a:p>
            <a:pPr defTabSz="1219170"/>
            <a:r>
              <a:rPr lang="en-US" sz="1200">
                <a:solidFill>
                  <a:srgbClr val="FFFFFF"/>
                </a:solidFill>
                <a:latin typeface="Calibri" pitchFamily="34" charset="0"/>
                <a:ea typeface="Calibri" pitchFamily="34" charset="-122"/>
                <a:cs typeface="Calibri" pitchFamily="34" charset="-120"/>
              </a:rPr>
              <a:t>invoke_data_entry · request_assistance · log_for_review</a:t>
            </a:r>
            <a:endParaRPr lang="en-US" sz="1200">
              <a:solidFill>
                <a:prstClr val="black"/>
              </a:solidFill>
              <a:latin typeface="Calibri" panose="020F0502020204030204"/>
            </a:endParaRPr>
          </a:p>
        </p:txBody>
      </p:sp>
      <p:sp>
        <p:nvSpPr>
          <p:cNvPr id="12" name="Shape 10"/>
          <p:cNvSpPr/>
          <p:nvPr/>
        </p:nvSpPr>
        <p:spPr>
          <a:xfrm>
            <a:off x="975360" y="3291840"/>
            <a:ext cx="7924800" cy="755904"/>
          </a:xfrm>
          <a:prstGeom prst="rect">
            <a:avLst/>
          </a:prstGeom>
          <a:solidFill>
            <a:srgbClr val="EAEAEA"/>
          </a:solidFill>
          <a:ln w="12700">
            <a:solidFill>
              <a:srgbClr val="EAEAEA"/>
            </a:solidFill>
            <a:prstDash val="solid"/>
          </a:ln>
        </p:spPr>
        <p:txBody>
          <a:bodyPr/>
          <a:lstStyle/>
          <a:p>
            <a:pPr defTabSz="1219170"/>
            <a:endParaRPr lang="en-CH" sz="2400">
              <a:solidFill>
                <a:prstClr val="black"/>
              </a:solidFill>
              <a:latin typeface="Calibri" panose="020F0502020204030204"/>
            </a:endParaRPr>
          </a:p>
        </p:txBody>
      </p:sp>
      <p:sp>
        <p:nvSpPr>
          <p:cNvPr id="13" name="Text 11"/>
          <p:cNvSpPr/>
          <p:nvPr/>
        </p:nvSpPr>
        <p:spPr>
          <a:xfrm>
            <a:off x="1158240" y="3364992"/>
            <a:ext cx="7559040" cy="341376"/>
          </a:xfrm>
          <a:prstGeom prst="rect">
            <a:avLst/>
          </a:prstGeom>
          <a:noFill/>
          <a:ln/>
        </p:spPr>
        <p:txBody>
          <a:bodyPr wrap="square" lIns="0" tIns="0" rIns="0" bIns="0" rtlCol="0" anchor="ctr"/>
          <a:lstStyle/>
          <a:p>
            <a:pPr defTabSz="1219170"/>
            <a:r>
              <a:rPr lang="en-US" sz="1600" b="1">
                <a:solidFill>
                  <a:srgbClr val="1A1A1A"/>
                </a:solidFill>
                <a:latin typeface="Calibri" pitchFamily="34" charset="0"/>
                <a:ea typeface="Calibri" pitchFamily="34" charset="-122"/>
                <a:cs typeface="Calibri" pitchFamily="34" charset="-120"/>
              </a:rPr>
              <a:t>Model-driven app (UX + business rules)</a:t>
            </a:r>
            <a:endParaRPr lang="en-US" sz="1600">
              <a:solidFill>
                <a:prstClr val="black"/>
              </a:solidFill>
              <a:latin typeface="Calibri" panose="020F0502020204030204"/>
            </a:endParaRPr>
          </a:p>
        </p:txBody>
      </p:sp>
      <p:sp>
        <p:nvSpPr>
          <p:cNvPr id="14" name="Text 12"/>
          <p:cNvSpPr/>
          <p:nvPr/>
        </p:nvSpPr>
        <p:spPr>
          <a:xfrm>
            <a:off x="1158240" y="3681984"/>
            <a:ext cx="7559040" cy="316992"/>
          </a:xfrm>
          <a:prstGeom prst="rect">
            <a:avLst/>
          </a:prstGeom>
          <a:noFill/>
          <a:ln/>
        </p:spPr>
        <p:txBody>
          <a:bodyPr wrap="square" lIns="0" tIns="0" rIns="0" bIns="0" rtlCol="0" anchor="ctr"/>
          <a:lstStyle/>
          <a:p>
            <a:pPr defTabSz="1219170"/>
            <a:r>
              <a:rPr lang="en-US" sz="1200">
                <a:solidFill>
                  <a:srgbClr val="1A1A1A"/>
                </a:solidFill>
                <a:latin typeface="Calibri" pitchFamily="34" charset="0"/>
                <a:ea typeface="Calibri" pitchFamily="34" charset="-122"/>
                <a:cs typeface="Calibri" pitchFamily="34" charset="-120"/>
              </a:rPr>
              <a:t>Forms · views · plugins · agent feed · workflows</a:t>
            </a:r>
            <a:endParaRPr lang="en-US" sz="1200">
              <a:solidFill>
                <a:prstClr val="black"/>
              </a:solidFill>
              <a:latin typeface="Calibri" panose="020F0502020204030204"/>
            </a:endParaRPr>
          </a:p>
        </p:txBody>
      </p:sp>
      <p:sp>
        <p:nvSpPr>
          <p:cNvPr id="15" name="Shape 13"/>
          <p:cNvSpPr/>
          <p:nvPr/>
        </p:nvSpPr>
        <p:spPr>
          <a:xfrm>
            <a:off x="975360" y="4145280"/>
            <a:ext cx="7924800" cy="755904"/>
          </a:xfrm>
          <a:prstGeom prst="rect">
            <a:avLst/>
          </a:prstGeom>
          <a:solidFill>
            <a:srgbClr val="0F6CBD"/>
          </a:solidFill>
          <a:ln w="12700">
            <a:solidFill>
              <a:srgbClr val="0F6CBD"/>
            </a:solidFill>
            <a:prstDash val="solid"/>
          </a:ln>
        </p:spPr>
        <p:txBody>
          <a:bodyPr/>
          <a:lstStyle/>
          <a:p>
            <a:pPr defTabSz="1219170"/>
            <a:endParaRPr lang="en-CH" sz="2400">
              <a:solidFill>
                <a:prstClr val="black"/>
              </a:solidFill>
              <a:latin typeface="Calibri" panose="020F0502020204030204"/>
            </a:endParaRPr>
          </a:p>
        </p:txBody>
      </p:sp>
      <p:sp>
        <p:nvSpPr>
          <p:cNvPr id="16" name="Text 14"/>
          <p:cNvSpPr/>
          <p:nvPr/>
        </p:nvSpPr>
        <p:spPr>
          <a:xfrm>
            <a:off x="1158240" y="4218432"/>
            <a:ext cx="7559040" cy="341376"/>
          </a:xfrm>
          <a:prstGeom prst="rect">
            <a:avLst/>
          </a:prstGeom>
          <a:noFill/>
          <a:ln/>
        </p:spPr>
        <p:txBody>
          <a:bodyPr wrap="square" lIns="0" tIns="0" rIns="0" bIns="0" rtlCol="0" anchor="ctr"/>
          <a:lstStyle/>
          <a:p>
            <a:pPr defTabSz="1219170"/>
            <a:r>
              <a:rPr lang="en-US" sz="1600" b="1">
                <a:solidFill>
                  <a:srgbClr val="FFFFFF"/>
                </a:solidFill>
                <a:latin typeface="Calibri" pitchFamily="34" charset="0"/>
                <a:ea typeface="Calibri" pitchFamily="34" charset="-122"/>
                <a:cs typeface="Calibri" pitchFamily="34" charset="-120"/>
              </a:rPr>
              <a:t>Dataverse MCP Server</a:t>
            </a:r>
            <a:endParaRPr lang="en-US" sz="1600">
              <a:solidFill>
                <a:prstClr val="black"/>
              </a:solidFill>
              <a:latin typeface="Calibri" panose="020F0502020204030204"/>
            </a:endParaRPr>
          </a:p>
        </p:txBody>
      </p:sp>
      <p:sp>
        <p:nvSpPr>
          <p:cNvPr id="17" name="Text 15"/>
          <p:cNvSpPr/>
          <p:nvPr/>
        </p:nvSpPr>
        <p:spPr>
          <a:xfrm>
            <a:off x="1158240" y="4535424"/>
            <a:ext cx="7559040" cy="316992"/>
          </a:xfrm>
          <a:prstGeom prst="rect">
            <a:avLst/>
          </a:prstGeom>
          <a:noFill/>
          <a:ln/>
        </p:spPr>
        <p:txBody>
          <a:bodyPr wrap="square" lIns="0" tIns="0" rIns="0" bIns="0" rtlCol="0" anchor="ctr"/>
          <a:lstStyle/>
          <a:p>
            <a:pPr defTabSz="1219170"/>
            <a:r>
              <a:rPr lang="en-US" sz="1200">
                <a:solidFill>
                  <a:srgbClr val="FFFFFF"/>
                </a:solidFill>
                <a:latin typeface="Calibri" pitchFamily="34" charset="0"/>
                <a:ea typeface="Calibri" pitchFamily="34" charset="-122"/>
                <a:cs typeface="Calibri" pitchFamily="34" charset="-120"/>
              </a:rPr>
              <a:t>list_tables · describe_table · read_query · CRUD · Search/Fetch</a:t>
            </a:r>
            <a:endParaRPr lang="en-US" sz="1200">
              <a:solidFill>
                <a:prstClr val="black"/>
              </a:solidFill>
              <a:latin typeface="Calibri" panose="020F0502020204030204"/>
            </a:endParaRPr>
          </a:p>
        </p:txBody>
      </p:sp>
      <p:sp>
        <p:nvSpPr>
          <p:cNvPr id="18" name="Shape 16"/>
          <p:cNvSpPr/>
          <p:nvPr/>
        </p:nvSpPr>
        <p:spPr>
          <a:xfrm>
            <a:off x="975360" y="4998720"/>
            <a:ext cx="7924800" cy="755904"/>
          </a:xfrm>
          <a:prstGeom prst="rect">
            <a:avLst/>
          </a:prstGeom>
          <a:solidFill>
            <a:srgbClr val="0A0A0A"/>
          </a:solidFill>
          <a:ln w="12700">
            <a:solidFill>
              <a:srgbClr val="0A0A0A"/>
            </a:solidFill>
            <a:prstDash val="solid"/>
          </a:ln>
        </p:spPr>
        <p:txBody>
          <a:bodyPr/>
          <a:lstStyle/>
          <a:p>
            <a:pPr defTabSz="1219170"/>
            <a:endParaRPr lang="en-CH" sz="2400">
              <a:solidFill>
                <a:prstClr val="black"/>
              </a:solidFill>
              <a:latin typeface="Calibri" panose="020F0502020204030204"/>
            </a:endParaRPr>
          </a:p>
        </p:txBody>
      </p:sp>
      <p:sp>
        <p:nvSpPr>
          <p:cNvPr id="19" name="Text 17"/>
          <p:cNvSpPr/>
          <p:nvPr/>
        </p:nvSpPr>
        <p:spPr>
          <a:xfrm>
            <a:off x="1158240" y="5071872"/>
            <a:ext cx="7559040" cy="341376"/>
          </a:xfrm>
          <a:prstGeom prst="rect">
            <a:avLst/>
          </a:prstGeom>
          <a:noFill/>
          <a:ln/>
        </p:spPr>
        <p:txBody>
          <a:bodyPr wrap="square" lIns="0" tIns="0" rIns="0" bIns="0" rtlCol="0" anchor="ctr"/>
          <a:lstStyle/>
          <a:p>
            <a:pPr defTabSz="1219170"/>
            <a:r>
              <a:rPr lang="en-US" sz="1600" b="1">
                <a:solidFill>
                  <a:srgbClr val="FFCC00"/>
                </a:solidFill>
                <a:latin typeface="Calibri" pitchFamily="34" charset="0"/>
                <a:ea typeface="Calibri" pitchFamily="34" charset="-122"/>
                <a:cs typeface="Calibri" pitchFamily="34" charset="-120"/>
              </a:rPr>
              <a:t>Dataverse platform</a:t>
            </a:r>
            <a:endParaRPr lang="en-US" sz="1600">
              <a:solidFill>
                <a:prstClr val="black"/>
              </a:solidFill>
              <a:latin typeface="Calibri" panose="020F0502020204030204"/>
            </a:endParaRPr>
          </a:p>
        </p:txBody>
      </p:sp>
      <p:sp>
        <p:nvSpPr>
          <p:cNvPr id="20" name="Text 18"/>
          <p:cNvSpPr/>
          <p:nvPr/>
        </p:nvSpPr>
        <p:spPr>
          <a:xfrm>
            <a:off x="1158240" y="5388864"/>
            <a:ext cx="7559040" cy="316992"/>
          </a:xfrm>
          <a:prstGeom prst="rect">
            <a:avLst/>
          </a:prstGeom>
          <a:noFill/>
          <a:ln/>
        </p:spPr>
        <p:txBody>
          <a:bodyPr wrap="square" lIns="0" tIns="0" rIns="0" bIns="0" rtlCol="0" anchor="ctr"/>
          <a:lstStyle/>
          <a:p>
            <a:pPr defTabSz="1219170"/>
            <a:r>
              <a:rPr lang="en-US" sz="1200">
                <a:solidFill>
                  <a:srgbClr val="FFCC00"/>
                </a:solidFill>
                <a:latin typeface="Calibri" pitchFamily="34" charset="0"/>
                <a:ea typeface="Calibri" pitchFamily="34" charset="-122"/>
                <a:cs typeface="Calibri" pitchFamily="34" charset="-120"/>
              </a:rPr>
              <a:t>Tables · relationships · security roles · audit · CDS engine</a:t>
            </a:r>
            <a:endParaRPr lang="en-US" sz="1200">
              <a:solidFill>
                <a:prstClr val="black"/>
              </a:solidFill>
              <a:latin typeface="Calibri" panose="020F0502020204030204"/>
            </a:endParaRPr>
          </a:p>
        </p:txBody>
      </p:sp>
      <p:sp>
        <p:nvSpPr>
          <p:cNvPr id="21" name="Shape 19"/>
          <p:cNvSpPr/>
          <p:nvPr/>
        </p:nvSpPr>
        <p:spPr>
          <a:xfrm>
            <a:off x="8961120" y="2438400"/>
            <a:ext cx="609600" cy="0"/>
          </a:xfrm>
          <a:prstGeom prst="line">
            <a:avLst/>
          </a:prstGeom>
          <a:noFill/>
          <a:ln w="19050">
            <a:solidFill>
              <a:srgbClr val="742774"/>
            </a:solidFill>
            <a:prstDash val="solid"/>
          </a:ln>
        </p:spPr>
        <p:txBody>
          <a:bodyPr/>
          <a:lstStyle/>
          <a:p>
            <a:pPr defTabSz="1219170"/>
            <a:endParaRPr lang="en-CH" sz="2400">
              <a:solidFill>
                <a:prstClr val="black"/>
              </a:solidFill>
              <a:latin typeface="Calibri" panose="020F0502020204030204"/>
            </a:endParaRPr>
          </a:p>
        </p:txBody>
      </p:sp>
      <p:sp>
        <p:nvSpPr>
          <p:cNvPr id="22" name="Text 20"/>
          <p:cNvSpPr/>
          <p:nvPr/>
        </p:nvSpPr>
        <p:spPr>
          <a:xfrm>
            <a:off x="9631680" y="2255520"/>
            <a:ext cx="2438400" cy="548640"/>
          </a:xfrm>
          <a:prstGeom prst="rect">
            <a:avLst/>
          </a:prstGeom>
          <a:noFill/>
          <a:ln/>
        </p:spPr>
        <p:txBody>
          <a:bodyPr wrap="square" lIns="0" tIns="0" rIns="0" bIns="0" rtlCol="0" anchor="ctr"/>
          <a:lstStyle/>
          <a:p>
            <a:pPr defTabSz="1219170"/>
            <a:r>
              <a:rPr lang="en-US" sz="1333" b="1">
                <a:solidFill>
                  <a:srgbClr val="742774"/>
                </a:solidFill>
                <a:latin typeface="Calibri" pitchFamily="34" charset="0"/>
                <a:ea typeface="Calibri" pitchFamily="34" charset="-122"/>
                <a:cs typeface="Calibri" pitchFamily="34" charset="-120"/>
              </a:rPr>
              <a:t>Supervised</a:t>
            </a:r>
            <a:endParaRPr lang="en-US" sz="1333">
              <a:solidFill>
                <a:prstClr val="black"/>
              </a:solidFill>
              <a:latin typeface="Calibri" panose="020F0502020204030204"/>
            </a:endParaRPr>
          </a:p>
          <a:p>
            <a:pPr defTabSz="1219170"/>
            <a:r>
              <a:rPr lang="en-US" sz="1333" b="1">
                <a:solidFill>
                  <a:srgbClr val="742774"/>
                </a:solidFill>
                <a:latin typeface="Calibri" pitchFamily="34" charset="0"/>
                <a:ea typeface="Calibri" pitchFamily="34" charset="-122"/>
                <a:cs typeface="Calibri" pitchFamily="34" charset="-120"/>
              </a:rPr>
              <a:t>orchestration layer</a:t>
            </a:r>
            <a:endParaRPr lang="en-US" sz="1333">
              <a:solidFill>
                <a:prstClr val="black"/>
              </a:solidFill>
              <a:latin typeface="Calibri" panose="020F0502020204030204"/>
            </a:endParaRPr>
          </a:p>
        </p:txBody>
      </p:sp>
      <p:sp>
        <p:nvSpPr>
          <p:cNvPr id="23" name="Shape 21"/>
          <p:cNvSpPr/>
          <p:nvPr/>
        </p:nvSpPr>
        <p:spPr>
          <a:xfrm>
            <a:off x="8961120" y="4145280"/>
            <a:ext cx="609600" cy="0"/>
          </a:xfrm>
          <a:prstGeom prst="line">
            <a:avLst/>
          </a:prstGeom>
          <a:noFill/>
          <a:ln w="19050">
            <a:solidFill>
              <a:srgbClr val="0F6CBD"/>
            </a:solidFill>
            <a:prstDash val="solid"/>
          </a:ln>
        </p:spPr>
        <p:txBody>
          <a:bodyPr/>
          <a:lstStyle/>
          <a:p>
            <a:pPr defTabSz="1219170"/>
            <a:endParaRPr lang="en-CH" sz="2400">
              <a:solidFill>
                <a:prstClr val="black"/>
              </a:solidFill>
              <a:latin typeface="Calibri" panose="020F0502020204030204"/>
            </a:endParaRPr>
          </a:p>
        </p:txBody>
      </p:sp>
      <p:sp>
        <p:nvSpPr>
          <p:cNvPr id="24" name="Text 22"/>
          <p:cNvSpPr/>
          <p:nvPr/>
        </p:nvSpPr>
        <p:spPr>
          <a:xfrm>
            <a:off x="9631680" y="3962400"/>
            <a:ext cx="2438400" cy="548640"/>
          </a:xfrm>
          <a:prstGeom prst="rect">
            <a:avLst/>
          </a:prstGeom>
          <a:noFill/>
          <a:ln/>
        </p:spPr>
        <p:txBody>
          <a:bodyPr wrap="square" lIns="0" tIns="0" rIns="0" bIns="0" rtlCol="0" anchor="ctr"/>
          <a:lstStyle/>
          <a:p>
            <a:pPr defTabSz="1219170"/>
            <a:r>
              <a:rPr lang="en-US" sz="1333" b="1">
                <a:solidFill>
                  <a:srgbClr val="0F6CBD"/>
                </a:solidFill>
                <a:latin typeface="Calibri" pitchFamily="34" charset="0"/>
                <a:ea typeface="Calibri" pitchFamily="34" charset="-122"/>
                <a:cs typeface="Calibri" pitchFamily="34" charset="-120"/>
              </a:rPr>
              <a:t>Generic data</a:t>
            </a:r>
            <a:endParaRPr lang="en-US" sz="1333">
              <a:solidFill>
                <a:prstClr val="black"/>
              </a:solidFill>
              <a:latin typeface="Calibri" panose="020F0502020204030204"/>
            </a:endParaRPr>
          </a:p>
          <a:p>
            <a:pPr defTabSz="1219170"/>
            <a:r>
              <a:rPr lang="en-US" sz="1333" b="1">
                <a:solidFill>
                  <a:srgbClr val="0F6CBD"/>
                </a:solidFill>
                <a:latin typeface="Calibri" pitchFamily="34" charset="0"/>
                <a:ea typeface="Calibri" pitchFamily="34" charset="-122"/>
                <a:cs typeface="Calibri" pitchFamily="34" charset="-120"/>
              </a:rPr>
              <a:t>access layer</a:t>
            </a:r>
            <a:endParaRPr lang="en-US" sz="1333">
              <a:solidFill>
                <a:prstClr val="black"/>
              </a:solidFill>
              <a:latin typeface="Calibri" panose="020F0502020204030204"/>
            </a:endParaRPr>
          </a:p>
        </p:txBody>
      </p:sp>
      <p:sp>
        <p:nvSpPr>
          <p:cNvPr id="25" name="Shape 23"/>
          <p:cNvSpPr/>
          <p:nvPr/>
        </p:nvSpPr>
        <p:spPr>
          <a:xfrm>
            <a:off x="9570720" y="4998720"/>
            <a:ext cx="2255520" cy="1280160"/>
          </a:xfrm>
          <a:prstGeom prst="rect">
            <a:avLst/>
          </a:prstGeom>
          <a:solidFill>
            <a:srgbClr val="F4F4F2"/>
          </a:solidFill>
          <a:ln w="12700">
            <a:solidFill>
              <a:srgbClr val="F4F4F2"/>
            </a:solidFill>
            <a:prstDash val="solid"/>
          </a:ln>
        </p:spPr>
        <p:txBody>
          <a:bodyPr/>
          <a:lstStyle/>
          <a:p>
            <a:pPr defTabSz="1219170"/>
            <a:endParaRPr lang="en-CH" sz="2400">
              <a:solidFill>
                <a:prstClr val="black"/>
              </a:solidFill>
              <a:latin typeface="Calibri" panose="020F0502020204030204"/>
            </a:endParaRPr>
          </a:p>
        </p:txBody>
      </p:sp>
      <p:sp>
        <p:nvSpPr>
          <p:cNvPr id="26" name="Shape 24"/>
          <p:cNvSpPr/>
          <p:nvPr/>
        </p:nvSpPr>
        <p:spPr>
          <a:xfrm>
            <a:off x="9570720" y="4998720"/>
            <a:ext cx="97536" cy="1280160"/>
          </a:xfrm>
          <a:prstGeom prst="rect">
            <a:avLst/>
          </a:prstGeom>
          <a:solidFill>
            <a:schemeClr val="accent1"/>
          </a:solidFill>
          <a:ln w="12700">
            <a:solidFill>
              <a:schemeClr val="accent1"/>
            </a:solidFill>
            <a:prstDash val="solid"/>
          </a:ln>
        </p:spPr>
        <p:txBody>
          <a:bodyPr/>
          <a:lstStyle/>
          <a:p>
            <a:pPr defTabSz="1219170"/>
            <a:endParaRPr lang="en-CH" sz="2400">
              <a:solidFill>
                <a:prstClr val="black"/>
              </a:solidFill>
              <a:latin typeface="Calibri" panose="020F0502020204030204"/>
            </a:endParaRPr>
          </a:p>
        </p:txBody>
      </p:sp>
      <p:sp>
        <p:nvSpPr>
          <p:cNvPr id="27" name="Text 25"/>
          <p:cNvSpPr/>
          <p:nvPr/>
        </p:nvSpPr>
        <p:spPr>
          <a:xfrm>
            <a:off x="9753600" y="5096256"/>
            <a:ext cx="2072640" cy="268224"/>
          </a:xfrm>
          <a:prstGeom prst="rect">
            <a:avLst/>
          </a:prstGeom>
          <a:noFill/>
          <a:ln/>
        </p:spPr>
        <p:txBody>
          <a:bodyPr wrap="square" lIns="0" tIns="0" rIns="0" bIns="0" rtlCol="0" anchor="ctr"/>
          <a:lstStyle/>
          <a:p>
            <a:pPr defTabSz="1219170"/>
            <a:r>
              <a:rPr lang="en-US" sz="1200" b="1" kern="0" spc="267">
                <a:solidFill>
                  <a:srgbClr val="5C5C5C"/>
                </a:solidFill>
                <a:latin typeface="Calibri" pitchFamily="34" charset="0"/>
                <a:ea typeface="Calibri" pitchFamily="34" charset="-122"/>
                <a:cs typeface="Calibri" pitchFamily="34" charset="-120"/>
              </a:rPr>
              <a:t>Key insight</a:t>
            </a:r>
            <a:endParaRPr lang="en-US" sz="1200">
              <a:solidFill>
                <a:prstClr val="black"/>
              </a:solidFill>
              <a:latin typeface="Calibri" panose="020F0502020204030204"/>
            </a:endParaRPr>
          </a:p>
        </p:txBody>
      </p:sp>
      <p:sp>
        <p:nvSpPr>
          <p:cNvPr id="28" name="Text 26"/>
          <p:cNvSpPr/>
          <p:nvPr/>
        </p:nvSpPr>
        <p:spPr>
          <a:xfrm>
            <a:off x="9753600" y="5364480"/>
            <a:ext cx="2072640" cy="792480"/>
          </a:xfrm>
          <a:prstGeom prst="rect">
            <a:avLst/>
          </a:prstGeom>
          <a:noFill/>
          <a:ln/>
        </p:spPr>
        <p:txBody>
          <a:bodyPr wrap="square" lIns="0" tIns="0" rIns="0" bIns="0" rtlCol="0" anchor="ctr"/>
          <a:lstStyle/>
          <a:p>
            <a:pPr defTabSz="1219170"/>
            <a:r>
              <a:rPr lang="en-US" sz="1200">
                <a:solidFill>
                  <a:srgbClr val="1A1A1A"/>
                </a:solidFill>
                <a:latin typeface="Calibri" pitchFamily="34" charset="0"/>
                <a:ea typeface="Calibri" pitchFamily="34" charset="-122"/>
                <a:cs typeface="Calibri" pitchFamily="34" charset="-120"/>
              </a:rPr>
              <a:t>They sit at different altitudes — they are complements, not substitutes.</a:t>
            </a:r>
            <a:endParaRPr lang="en-US" sz="120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2480" y="609600"/>
            <a:ext cx="10972800" cy="670560"/>
          </a:xfrm>
          <a:prstGeom prst="rect">
            <a:avLst/>
          </a:prstGeom>
          <a:noFill/>
          <a:ln/>
        </p:spPr>
        <p:txBody>
          <a:bodyPr wrap="square" lIns="0" tIns="0" rIns="0" bIns="0" rtlCol="0" anchor="ctr"/>
          <a:lstStyle/>
          <a:p>
            <a:pPr defTabSz="1219170"/>
            <a:r>
              <a:rPr lang="en-US" sz="3467" b="1">
                <a:solidFill>
                  <a:srgbClr val="0A0A0A"/>
                </a:solidFill>
                <a:latin typeface="Calibri" pitchFamily="34" charset="0"/>
                <a:ea typeface="Calibri" pitchFamily="34" charset="-122"/>
                <a:cs typeface="Calibri" pitchFamily="34" charset="-120"/>
              </a:rPr>
              <a:t>Choose Power Apps MCP when…</a:t>
            </a:r>
            <a:endParaRPr lang="en-US" sz="3467">
              <a:solidFill>
                <a:prstClr val="black"/>
              </a:solidFill>
              <a:latin typeface="Calibri" panose="020F0502020204030204"/>
            </a:endParaRPr>
          </a:p>
        </p:txBody>
      </p:sp>
      <p:sp>
        <p:nvSpPr>
          <p:cNvPr id="5" name="Shape 3"/>
          <p:cNvSpPr/>
          <p:nvPr/>
        </p:nvSpPr>
        <p:spPr>
          <a:xfrm>
            <a:off x="487680" y="1341120"/>
            <a:ext cx="11216640" cy="0"/>
          </a:xfrm>
          <a:prstGeom prst="line">
            <a:avLst/>
          </a:prstGeom>
          <a:noFill/>
          <a:ln w="9525">
            <a:solidFill>
              <a:srgbClr val="D9D9D9"/>
            </a:solidFill>
            <a:prstDash val="solid"/>
          </a:ln>
        </p:spPr>
        <p:txBody>
          <a:bodyPr/>
          <a:lstStyle/>
          <a:p>
            <a:pPr defTabSz="1219170"/>
            <a:endParaRPr lang="en-CH" sz="2400">
              <a:solidFill>
                <a:prstClr val="black"/>
              </a:solidFill>
              <a:latin typeface="Calibri" panose="020F0502020204030204"/>
            </a:endParaRPr>
          </a:p>
        </p:txBody>
      </p:sp>
      <p:sp>
        <p:nvSpPr>
          <p:cNvPr id="6" name="Shape 4"/>
          <p:cNvSpPr/>
          <p:nvPr/>
        </p:nvSpPr>
        <p:spPr>
          <a:xfrm>
            <a:off x="487680" y="1524000"/>
            <a:ext cx="219456" cy="4754880"/>
          </a:xfrm>
          <a:prstGeom prst="rect">
            <a:avLst/>
          </a:prstGeom>
          <a:solidFill>
            <a:srgbClr val="742774"/>
          </a:solidFill>
          <a:ln w="12700">
            <a:solidFill>
              <a:srgbClr val="742774"/>
            </a:solidFill>
            <a:prstDash val="solid"/>
          </a:ln>
        </p:spPr>
        <p:txBody>
          <a:bodyPr/>
          <a:lstStyle/>
          <a:p>
            <a:pPr defTabSz="1219170"/>
            <a:endParaRPr lang="en-CH" sz="2400">
              <a:solidFill>
                <a:prstClr val="black"/>
              </a:solidFill>
              <a:latin typeface="Calibri" panose="020F0502020204030204"/>
            </a:endParaRPr>
          </a:p>
        </p:txBody>
      </p:sp>
      <p:sp>
        <p:nvSpPr>
          <p:cNvPr id="7" name="Shape 5"/>
          <p:cNvSpPr/>
          <p:nvPr/>
        </p:nvSpPr>
        <p:spPr>
          <a:xfrm>
            <a:off x="914400" y="1584960"/>
            <a:ext cx="10789920" cy="1097280"/>
          </a:xfrm>
          <a:prstGeom prst="rect">
            <a:avLst/>
          </a:prstGeom>
          <a:solidFill>
            <a:srgbClr val="F2EAF2"/>
          </a:solidFill>
          <a:ln w="12700">
            <a:solidFill>
              <a:srgbClr val="F2EAF2"/>
            </a:solidFill>
            <a:prstDash val="solid"/>
          </a:ln>
        </p:spPr>
        <p:txBody>
          <a:bodyPr/>
          <a:lstStyle/>
          <a:p>
            <a:pPr defTabSz="1219170"/>
            <a:endParaRPr lang="en-CH" sz="2400">
              <a:solidFill>
                <a:prstClr val="black"/>
              </a:solidFill>
              <a:latin typeface="Calibri" panose="020F0502020204030204"/>
            </a:endParaRPr>
          </a:p>
        </p:txBody>
      </p:sp>
      <p:sp>
        <p:nvSpPr>
          <p:cNvPr id="8" name="Text 6"/>
          <p:cNvSpPr/>
          <p:nvPr/>
        </p:nvSpPr>
        <p:spPr>
          <a:xfrm>
            <a:off x="1097280" y="1682496"/>
            <a:ext cx="10485120" cy="365760"/>
          </a:xfrm>
          <a:prstGeom prst="rect">
            <a:avLst/>
          </a:prstGeom>
          <a:noFill/>
          <a:ln/>
        </p:spPr>
        <p:txBody>
          <a:bodyPr wrap="square" lIns="0" tIns="0" rIns="0" bIns="0" rtlCol="0" anchor="ctr"/>
          <a:lstStyle/>
          <a:p>
            <a:pPr defTabSz="1219170"/>
            <a:r>
              <a:rPr lang="en-US" sz="1600" b="1">
                <a:solidFill>
                  <a:srgbClr val="0A0A0A"/>
                </a:solidFill>
                <a:latin typeface="Calibri" pitchFamily="34" charset="0"/>
                <a:ea typeface="Calibri" pitchFamily="34" charset="-122"/>
                <a:cs typeface="Calibri" pitchFamily="34" charset="-120"/>
              </a:rPr>
              <a:t>Unstructured-to-structured intake with review</a:t>
            </a:r>
            <a:endParaRPr lang="en-US" sz="1600">
              <a:solidFill>
                <a:prstClr val="black"/>
              </a:solidFill>
              <a:latin typeface="Calibri" panose="020F0502020204030204"/>
            </a:endParaRPr>
          </a:p>
        </p:txBody>
      </p:sp>
      <p:sp>
        <p:nvSpPr>
          <p:cNvPr id="9" name="Text 7"/>
          <p:cNvSpPr/>
          <p:nvPr/>
        </p:nvSpPr>
        <p:spPr>
          <a:xfrm>
            <a:off x="1097280" y="2023872"/>
            <a:ext cx="10485120" cy="316992"/>
          </a:xfrm>
          <a:prstGeom prst="rect">
            <a:avLst/>
          </a:prstGeom>
          <a:noFill/>
          <a:ln/>
        </p:spPr>
        <p:txBody>
          <a:bodyPr wrap="square" lIns="0" tIns="0" rIns="0" bIns="0" rtlCol="0" anchor="ctr"/>
          <a:lstStyle/>
          <a:p>
            <a:pPr defTabSz="1219170"/>
            <a:r>
              <a:rPr lang="en-US" sz="1200" b="1">
                <a:solidFill>
                  <a:srgbClr val="742774"/>
                </a:solidFill>
                <a:latin typeface="Calibri" pitchFamily="34" charset="0"/>
                <a:ea typeface="Calibri" pitchFamily="34" charset="-122"/>
                <a:cs typeface="Calibri" pitchFamily="34" charset="-120"/>
              </a:rPr>
              <a:t>Example: </a:t>
            </a:r>
            <a:r>
              <a:rPr lang="en-US" sz="1200" i="1">
                <a:solidFill>
                  <a:srgbClr val="1A1A1A"/>
                </a:solidFill>
                <a:latin typeface="Calibri" pitchFamily="34" charset="0"/>
                <a:ea typeface="Calibri" pitchFamily="34" charset="-122"/>
                <a:cs typeface="Calibri" pitchFamily="34" charset="-120"/>
              </a:rPr>
              <a:t>Customer emails parcel claims; agent extracts claim type, parcel ID, amount → review record in clerk's feed.</a:t>
            </a:r>
            <a:endParaRPr lang="en-US" sz="1200">
              <a:solidFill>
                <a:prstClr val="black"/>
              </a:solidFill>
              <a:latin typeface="Calibri" panose="020F0502020204030204"/>
            </a:endParaRPr>
          </a:p>
        </p:txBody>
      </p:sp>
      <p:sp>
        <p:nvSpPr>
          <p:cNvPr id="10" name="Text 8"/>
          <p:cNvSpPr/>
          <p:nvPr/>
        </p:nvSpPr>
        <p:spPr>
          <a:xfrm>
            <a:off x="1097280" y="2340864"/>
            <a:ext cx="10485120" cy="316992"/>
          </a:xfrm>
          <a:prstGeom prst="rect">
            <a:avLst/>
          </a:prstGeom>
          <a:noFill/>
          <a:ln/>
        </p:spPr>
        <p:txBody>
          <a:bodyPr wrap="square" lIns="0" tIns="0" rIns="0" bIns="0" rtlCol="0" anchor="ctr"/>
          <a:lstStyle/>
          <a:p>
            <a:pPr defTabSz="1219170"/>
            <a:r>
              <a:rPr lang="en-US" sz="1200" b="1">
                <a:solidFill>
                  <a:srgbClr val="5C5C5C"/>
                </a:solidFill>
                <a:latin typeface="Calibri" pitchFamily="34" charset="0"/>
                <a:ea typeface="Calibri" pitchFamily="34" charset="-122"/>
                <a:cs typeface="Calibri" pitchFamily="34" charset="-120"/>
              </a:rPr>
              <a:t>Why this server: </a:t>
            </a:r>
            <a:r>
              <a:rPr lang="en-US" sz="1200">
                <a:solidFill>
                  <a:srgbClr val="5C5C5C"/>
                </a:solidFill>
                <a:latin typeface="Calibri" pitchFamily="34" charset="0"/>
                <a:ea typeface="Calibri" pitchFamily="34" charset="-122"/>
                <a:cs typeface="Calibri" pitchFamily="34" charset="-120"/>
              </a:rPr>
              <a:t>invoke_data_entry is purpose-built for this; clerk sees side-by-side email + draft record.</a:t>
            </a:r>
            <a:endParaRPr lang="en-US" sz="1200">
              <a:solidFill>
                <a:prstClr val="black"/>
              </a:solidFill>
              <a:latin typeface="Calibri" panose="020F0502020204030204"/>
            </a:endParaRPr>
          </a:p>
        </p:txBody>
      </p:sp>
      <p:sp>
        <p:nvSpPr>
          <p:cNvPr id="11" name="Shape 9"/>
          <p:cNvSpPr/>
          <p:nvPr/>
        </p:nvSpPr>
        <p:spPr>
          <a:xfrm>
            <a:off x="914400" y="2779776"/>
            <a:ext cx="10789920" cy="1097280"/>
          </a:xfrm>
          <a:prstGeom prst="rect">
            <a:avLst/>
          </a:prstGeom>
          <a:solidFill>
            <a:srgbClr val="F2EAF2"/>
          </a:solidFill>
          <a:ln w="12700">
            <a:solidFill>
              <a:srgbClr val="F2EAF2"/>
            </a:solidFill>
            <a:prstDash val="solid"/>
          </a:ln>
        </p:spPr>
        <p:txBody>
          <a:bodyPr/>
          <a:lstStyle/>
          <a:p>
            <a:pPr defTabSz="1219170"/>
            <a:endParaRPr lang="en-CH" sz="2400">
              <a:solidFill>
                <a:prstClr val="black"/>
              </a:solidFill>
              <a:latin typeface="Calibri" panose="020F0502020204030204"/>
            </a:endParaRPr>
          </a:p>
        </p:txBody>
      </p:sp>
      <p:sp>
        <p:nvSpPr>
          <p:cNvPr id="12" name="Text 10"/>
          <p:cNvSpPr/>
          <p:nvPr/>
        </p:nvSpPr>
        <p:spPr>
          <a:xfrm>
            <a:off x="1097280" y="2877312"/>
            <a:ext cx="10485120" cy="365760"/>
          </a:xfrm>
          <a:prstGeom prst="rect">
            <a:avLst/>
          </a:prstGeom>
          <a:noFill/>
          <a:ln/>
        </p:spPr>
        <p:txBody>
          <a:bodyPr wrap="square" lIns="0" tIns="0" rIns="0" bIns="0" rtlCol="0" anchor="ctr"/>
          <a:lstStyle/>
          <a:p>
            <a:pPr defTabSz="1219170"/>
            <a:r>
              <a:rPr lang="en-US" sz="1600" b="1">
                <a:solidFill>
                  <a:srgbClr val="0A0A0A"/>
                </a:solidFill>
                <a:latin typeface="Calibri" pitchFamily="34" charset="0"/>
                <a:ea typeface="Calibri" pitchFamily="34" charset="-122"/>
                <a:cs typeface="Calibri" pitchFamily="34" charset="-120"/>
              </a:rPr>
              <a:t>Agent must hand off to a named user</a:t>
            </a:r>
            <a:endParaRPr lang="en-US" sz="1600">
              <a:solidFill>
                <a:prstClr val="black"/>
              </a:solidFill>
              <a:latin typeface="Calibri" panose="020F0502020204030204"/>
            </a:endParaRPr>
          </a:p>
        </p:txBody>
      </p:sp>
      <p:sp>
        <p:nvSpPr>
          <p:cNvPr id="13" name="Text 11"/>
          <p:cNvSpPr/>
          <p:nvPr/>
        </p:nvSpPr>
        <p:spPr>
          <a:xfrm>
            <a:off x="1097280" y="3218688"/>
            <a:ext cx="10485120" cy="316992"/>
          </a:xfrm>
          <a:prstGeom prst="rect">
            <a:avLst/>
          </a:prstGeom>
          <a:noFill/>
          <a:ln/>
        </p:spPr>
        <p:txBody>
          <a:bodyPr wrap="square" lIns="0" tIns="0" rIns="0" bIns="0" rtlCol="0" anchor="ctr"/>
          <a:lstStyle/>
          <a:p>
            <a:pPr defTabSz="1219170"/>
            <a:r>
              <a:rPr lang="en-US" sz="1200" b="1">
                <a:solidFill>
                  <a:srgbClr val="742774"/>
                </a:solidFill>
                <a:latin typeface="Calibri" pitchFamily="34" charset="0"/>
                <a:ea typeface="Calibri" pitchFamily="34" charset="-122"/>
                <a:cs typeface="Calibri" pitchFamily="34" charset="-120"/>
              </a:rPr>
              <a:t>Example: </a:t>
            </a:r>
            <a:r>
              <a:rPr lang="en-US" sz="1200" i="1">
                <a:solidFill>
                  <a:srgbClr val="1A1A1A"/>
                </a:solidFill>
                <a:latin typeface="Calibri" pitchFamily="34" charset="0"/>
                <a:ea typeface="Calibri" pitchFamily="34" charset="-122"/>
                <a:cs typeface="Calibri" pitchFamily="34" charset="-120"/>
              </a:rPr>
              <a:t>Permit application missing a required attachment → request_assistance fires a task to the case owner.</a:t>
            </a:r>
            <a:endParaRPr lang="en-US" sz="1200">
              <a:solidFill>
                <a:prstClr val="black"/>
              </a:solidFill>
              <a:latin typeface="Calibri" panose="020F0502020204030204"/>
            </a:endParaRPr>
          </a:p>
        </p:txBody>
      </p:sp>
      <p:sp>
        <p:nvSpPr>
          <p:cNvPr id="14" name="Text 12"/>
          <p:cNvSpPr/>
          <p:nvPr/>
        </p:nvSpPr>
        <p:spPr>
          <a:xfrm>
            <a:off x="1097280" y="3535680"/>
            <a:ext cx="10485120" cy="316992"/>
          </a:xfrm>
          <a:prstGeom prst="rect">
            <a:avLst/>
          </a:prstGeom>
          <a:noFill/>
          <a:ln/>
        </p:spPr>
        <p:txBody>
          <a:bodyPr wrap="square" lIns="0" tIns="0" rIns="0" bIns="0" rtlCol="0" anchor="ctr"/>
          <a:lstStyle/>
          <a:p>
            <a:pPr defTabSz="1219170"/>
            <a:r>
              <a:rPr lang="en-US" sz="1200" b="1">
                <a:solidFill>
                  <a:srgbClr val="5C5C5C"/>
                </a:solidFill>
                <a:latin typeface="Calibri" pitchFamily="34" charset="0"/>
                <a:ea typeface="Calibri" pitchFamily="34" charset="-122"/>
                <a:cs typeface="Calibri" pitchFamily="34" charset="-120"/>
              </a:rPr>
              <a:t>Why this server: </a:t>
            </a:r>
            <a:r>
              <a:rPr lang="en-US" sz="1200">
                <a:solidFill>
                  <a:srgbClr val="5C5C5C"/>
                </a:solidFill>
                <a:latin typeface="Calibri" pitchFamily="34" charset="0"/>
                <a:ea typeface="Calibri" pitchFamily="34" charset="-122"/>
                <a:cs typeface="Calibri" pitchFamily="34" charset="-120"/>
              </a:rPr>
              <a:t>Agent Feed delivers a deep-linked, actionable task — no manual email routing.</a:t>
            </a:r>
            <a:endParaRPr lang="en-US" sz="1200">
              <a:solidFill>
                <a:prstClr val="black"/>
              </a:solidFill>
              <a:latin typeface="Calibri" panose="020F0502020204030204"/>
            </a:endParaRPr>
          </a:p>
        </p:txBody>
      </p:sp>
      <p:sp>
        <p:nvSpPr>
          <p:cNvPr id="15" name="Shape 13"/>
          <p:cNvSpPr/>
          <p:nvPr/>
        </p:nvSpPr>
        <p:spPr>
          <a:xfrm>
            <a:off x="914400" y="3974592"/>
            <a:ext cx="10789920" cy="1097280"/>
          </a:xfrm>
          <a:prstGeom prst="rect">
            <a:avLst/>
          </a:prstGeom>
          <a:solidFill>
            <a:srgbClr val="F2EAF2"/>
          </a:solidFill>
          <a:ln w="12700">
            <a:solidFill>
              <a:srgbClr val="F2EAF2"/>
            </a:solidFill>
            <a:prstDash val="solid"/>
          </a:ln>
        </p:spPr>
        <p:txBody>
          <a:bodyPr/>
          <a:lstStyle/>
          <a:p>
            <a:pPr defTabSz="1219170"/>
            <a:endParaRPr lang="en-CH" sz="2400">
              <a:solidFill>
                <a:prstClr val="black"/>
              </a:solidFill>
              <a:latin typeface="Calibri" panose="020F0502020204030204"/>
            </a:endParaRPr>
          </a:p>
        </p:txBody>
      </p:sp>
      <p:sp>
        <p:nvSpPr>
          <p:cNvPr id="16" name="Text 14"/>
          <p:cNvSpPr/>
          <p:nvPr/>
        </p:nvSpPr>
        <p:spPr>
          <a:xfrm>
            <a:off x="1097280" y="4072128"/>
            <a:ext cx="10485120" cy="365760"/>
          </a:xfrm>
          <a:prstGeom prst="rect">
            <a:avLst/>
          </a:prstGeom>
          <a:noFill/>
          <a:ln/>
        </p:spPr>
        <p:txBody>
          <a:bodyPr wrap="square" lIns="0" tIns="0" rIns="0" bIns="0" rtlCol="0" anchor="ctr"/>
          <a:lstStyle/>
          <a:p>
            <a:pPr defTabSz="1219170"/>
            <a:r>
              <a:rPr lang="en-US" sz="1600" b="1">
                <a:solidFill>
                  <a:srgbClr val="0A0A0A"/>
                </a:solidFill>
                <a:latin typeface="Calibri" pitchFamily="34" charset="0"/>
                <a:ea typeface="Calibri" pitchFamily="34" charset="-122"/>
                <a:cs typeface="Calibri" pitchFamily="34" charset="-120"/>
              </a:rPr>
              <a:t>Compliance requires human approval before writes</a:t>
            </a:r>
            <a:endParaRPr lang="en-US" sz="1600">
              <a:solidFill>
                <a:prstClr val="black"/>
              </a:solidFill>
              <a:latin typeface="Calibri" panose="020F0502020204030204"/>
            </a:endParaRPr>
          </a:p>
        </p:txBody>
      </p:sp>
      <p:sp>
        <p:nvSpPr>
          <p:cNvPr id="17" name="Text 15"/>
          <p:cNvSpPr/>
          <p:nvPr/>
        </p:nvSpPr>
        <p:spPr>
          <a:xfrm>
            <a:off x="1097280" y="4413504"/>
            <a:ext cx="10485120" cy="316992"/>
          </a:xfrm>
          <a:prstGeom prst="rect">
            <a:avLst/>
          </a:prstGeom>
          <a:noFill/>
          <a:ln/>
        </p:spPr>
        <p:txBody>
          <a:bodyPr wrap="square" lIns="0" tIns="0" rIns="0" bIns="0" rtlCol="0" anchor="ctr"/>
          <a:lstStyle/>
          <a:p>
            <a:pPr defTabSz="1219170"/>
            <a:r>
              <a:rPr lang="en-US" sz="1200" b="1">
                <a:solidFill>
                  <a:srgbClr val="742774"/>
                </a:solidFill>
                <a:latin typeface="Calibri" pitchFamily="34" charset="0"/>
                <a:ea typeface="Calibri" pitchFamily="34" charset="-122"/>
                <a:cs typeface="Calibri" pitchFamily="34" charset="-120"/>
              </a:rPr>
              <a:t>Example: </a:t>
            </a:r>
            <a:r>
              <a:rPr lang="en-US" sz="1200" i="1">
                <a:solidFill>
                  <a:srgbClr val="1A1A1A"/>
                </a:solidFill>
                <a:latin typeface="Calibri" pitchFamily="34" charset="0"/>
                <a:ea typeface="Calibri" pitchFamily="34" charset="-122"/>
                <a:cs typeface="Calibri" pitchFamily="34" charset="-120"/>
              </a:rPr>
              <a:t>Updates to regulated finance, HR or legal records in a model-driven app.</a:t>
            </a:r>
            <a:endParaRPr lang="en-US" sz="1200">
              <a:solidFill>
                <a:prstClr val="black"/>
              </a:solidFill>
              <a:latin typeface="Calibri" panose="020F0502020204030204"/>
            </a:endParaRPr>
          </a:p>
        </p:txBody>
      </p:sp>
      <p:sp>
        <p:nvSpPr>
          <p:cNvPr id="18" name="Text 16"/>
          <p:cNvSpPr/>
          <p:nvPr/>
        </p:nvSpPr>
        <p:spPr>
          <a:xfrm>
            <a:off x="1097280" y="4730496"/>
            <a:ext cx="10485120" cy="316992"/>
          </a:xfrm>
          <a:prstGeom prst="rect">
            <a:avLst/>
          </a:prstGeom>
          <a:noFill/>
          <a:ln/>
        </p:spPr>
        <p:txBody>
          <a:bodyPr wrap="square" lIns="0" tIns="0" rIns="0" bIns="0" rtlCol="0" anchor="ctr"/>
          <a:lstStyle/>
          <a:p>
            <a:pPr defTabSz="1219170"/>
            <a:r>
              <a:rPr lang="en-US" sz="1200" b="1">
                <a:solidFill>
                  <a:srgbClr val="5C5C5C"/>
                </a:solidFill>
                <a:latin typeface="Calibri" pitchFamily="34" charset="0"/>
                <a:ea typeface="Calibri" pitchFamily="34" charset="-122"/>
                <a:cs typeface="Calibri" pitchFamily="34" charset="-120"/>
              </a:rPr>
              <a:t>Why this server: </a:t>
            </a:r>
            <a:r>
              <a:rPr lang="en-US" sz="1200">
                <a:solidFill>
                  <a:srgbClr val="5C5C5C"/>
                </a:solidFill>
                <a:latin typeface="Calibri" pitchFamily="34" charset="0"/>
                <a:ea typeface="Calibri" pitchFamily="34" charset="-122"/>
                <a:cs typeface="Calibri" pitchFamily="34" charset="-120"/>
              </a:rPr>
              <a:t>Built-in approval canvas keeps the audit trail inside Dataverse, not in side channels.</a:t>
            </a:r>
            <a:endParaRPr lang="en-US" sz="1200">
              <a:solidFill>
                <a:prstClr val="black"/>
              </a:solidFill>
              <a:latin typeface="Calibri" panose="020F0502020204030204"/>
            </a:endParaRPr>
          </a:p>
        </p:txBody>
      </p:sp>
      <p:sp>
        <p:nvSpPr>
          <p:cNvPr id="19" name="Shape 17"/>
          <p:cNvSpPr/>
          <p:nvPr/>
        </p:nvSpPr>
        <p:spPr>
          <a:xfrm>
            <a:off x="914400" y="5169408"/>
            <a:ext cx="10789920" cy="1097280"/>
          </a:xfrm>
          <a:prstGeom prst="rect">
            <a:avLst/>
          </a:prstGeom>
          <a:solidFill>
            <a:srgbClr val="F2EAF2"/>
          </a:solidFill>
          <a:ln w="12700">
            <a:solidFill>
              <a:srgbClr val="F2EAF2"/>
            </a:solidFill>
            <a:prstDash val="solid"/>
          </a:ln>
        </p:spPr>
        <p:txBody>
          <a:bodyPr/>
          <a:lstStyle/>
          <a:p>
            <a:pPr defTabSz="1219170"/>
            <a:endParaRPr lang="en-CH" sz="2400">
              <a:solidFill>
                <a:prstClr val="black"/>
              </a:solidFill>
              <a:latin typeface="Calibri" panose="020F0502020204030204"/>
            </a:endParaRPr>
          </a:p>
        </p:txBody>
      </p:sp>
      <p:sp>
        <p:nvSpPr>
          <p:cNvPr id="20" name="Text 18"/>
          <p:cNvSpPr/>
          <p:nvPr/>
        </p:nvSpPr>
        <p:spPr>
          <a:xfrm>
            <a:off x="1097280" y="5266944"/>
            <a:ext cx="10485120" cy="365760"/>
          </a:xfrm>
          <a:prstGeom prst="rect">
            <a:avLst/>
          </a:prstGeom>
          <a:noFill/>
          <a:ln/>
        </p:spPr>
        <p:txBody>
          <a:bodyPr wrap="square" lIns="0" tIns="0" rIns="0" bIns="0" rtlCol="0" anchor="ctr"/>
          <a:lstStyle/>
          <a:p>
            <a:pPr defTabSz="1219170"/>
            <a:r>
              <a:rPr lang="en-US" sz="1600" b="1">
                <a:solidFill>
                  <a:srgbClr val="0A0A0A"/>
                </a:solidFill>
                <a:latin typeface="Calibri" pitchFamily="34" charset="0"/>
                <a:ea typeface="Calibri" pitchFamily="34" charset="-122"/>
                <a:cs typeface="Calibri" pitchFamily="34" charset="-120"/>
              </a:rPr>
              <a:t>Existing model-driven app needs an agent layer</a:t>
            </a:r>
            <a:endParaRPr lang="en-US" sz="1600">
              <a:solidFill>
                <a:prstClr val="black"/>
              </a:solidFill>
              <a:latin typeface="Calibri" panose="020F0502020204030204"/>
            </a:endParaRPr>
          </a:p>
        </p:txBody>
      </p:sp>
      <p:sp>
        <p:nvSpPr>
          <p:cNvPr id="21" name="Text 19"/>
          <p:cNvSpPr/>
          <p:nvPr/>
        </p:nvSpPr>
        <p:spPr>
          <a:xfrm>
            <a:off x="1097280" y="5608320"/>
            <a:ext cx="10485120" cy="316992"/>
          </a:xfrm>
          <a:prstGeom prst="rect">
            <a:avLst/>
          </a:prstGeom>
          <a:noFill/>
          <a:ln/>
        </p:spPr>
        <p:txBody>
          <a:bodyPr wrap="square" lIns="0" tIns="0" rIns="0" bIns="0" rtlCol="0" anchor="ctr"/>
          <a:lstStyle/>
          <a:p>
            <a:pPr defTabSz="1219170"/>
            <a:r>
              <a:rPr lang="en-US" sz="1200" b="1">
                <a:solidFill>
                  <a:srgbClr val="742774"/>
                </a:solidFill>
                <a:latin typeface="Calibri" pitchFamily="34" charset="0"/>
                <a:ea typeface="Calibri" pitchFamily="34" charset="-122"/>
                <a:cs typeface="Calibri" pitchFamily="34" charset="-120"/>
              </a:rPr>
              <a:t>Example: </a:t>
            </a:r>
            <a:r>
              <a:rPr lang="en-US" sz="1200" i="1">
                <a:solidFill>
                  <a:srgbClr val="1A1A1A"/>
                </a:solidFill>
                <a:latin typeface="Calibri" pitchFamily="34" charset="0"/>
                <a:ea typeface="Calibri" pitchFamily="34" charset="-122"/>
                <a:cs typeface="Calibri" pitchFamily="34" charset="-120"/>
              </a:rPr>
              <a:t>Extending an existing Dynamics 365 Customer Service deployment with autonomous triage.</a:t>
            </a:r>
            <a:endParaRPr lang="en-US" sz="1200">
              <a:solidFill>
                <a:prstClr val="black"/>
              </a:solidFill>
              <a:latin typeface="Calibri" panose="020F0502020204030204"/>
            </a:endParaRPr>
          </a:p>
        </p:txBody>
      </p:sp>
      <p:sp>
        <p:nvSpPr>
          <p:cNvPr id="22" name="Text 20"/>
          <p:cNvSpPr/>
          <p:nvPr/>
        </p:nvSpPr>
        <p:spPr>
          <a:xfrm>
            <a:off x="1097280" y="5925312"/>
            <a:ext cx="10485120" cy="316992"/>
          </a:xfrm>
          <a:prstGeom prst="rect">
            <a:avLst/>
          </a:prstGeom>
          <a:noFill/>
          <a:ln/>
        </p:spPr>
        <p:txBody>
          <a:bodyPr wrap="square" lIns="0" tIns="0" rIns="0" bIns="0" rtlCol="0" anchor="ctr"/>
          <a:lstStyle/>
          <a:p>
            <a:pPr defTabSz="1219170"/>
            <a:r>
              <a:rPr lang="en-US" sz="1200" b="1">
                <a:solidFill>
                  <a:srgbClr val="5C5C5C"/>
                </a:solidFill>
                <a:latin typeface="Calibri" pitchFamily="34" charset="0"/>
                <a:ea typeface="Calibri" pitchFamily="34" charset="-122"/>
                <a:cs typeface="Calibri" pitchFamily="34" charset="-120"/>
              </a:rPr>
              <a:t>Why this server: </a:t>
            </a:r>
            <a:r>
              <a:rPr lang="en-US" sz="1200">
                <a:solidFill>
                  <a:srgbClr val="5C5C5C"/>
                </a:solidFill>
                <a:latin typeface="Calibri" pitchFamily="34" charset="0"/>
                <a:ea typeface="Calibri" pitchFamily="34" charset="-122"/>
                <a:cs typeface="Calibri" pitchFamily="34" charset="-120"/>
              </a:rPr>
              <a:t>Agent Feed becomes the natural surface for agent-human handoff inside the app the team already uses.</a:t>
            </a:r>
            <a:endParaRPr lang="en-US" sz="1200">
              <a:solidFill>
                <a:prstClr val="black"/>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6636-BA77-08C1-F1C4-F557D753A28F}"/>
              </a:ext>
            </a:extLst>
          </p:cNvPr>
          <p:cNvSpPr>
            <a:spLocks noGrp="1"/>
          </p:cNvSpPr>
          <p:nvPr>
            <p:ph type="title"/>
          </p:nvPr>
        </p:nvSpPr>
        <p:spPr>
          <a:xfrm>
            <a:off x="588263" y="457200"/>
            <a:ext cx="11018520" cy="553998"/>
          </a:xfrm>
        </p:spPr>
        <p:txBody>
          <a:bodyPr/>
          <a:lstStyle/>
          <a:p>
            <a:r>
              <a:rPr lang="en-US" dirty="0"/>
              <a:t>Agent Feed</a:t>
            </a:r>
          </a:p>
        </p:txBody>
      </p:sp>
      <p:sp>
        <p:nvSpPr>
          <p:cNvPr id="4" name="Rectangle: Rounded Corners 18">
            <a:extLst>
              <a:ext uri="{FF2B5EF4-FFF2-40B4-BE49-F238E27FC236}">
                <a16:creationId xmlns:a16="http://schemas.microsoft.com/office/drawing/2014/main" id="{18FF7A02-2AB6-ABC7-B6E5-8F8E9695C22A}"/>
              </a:ext>
              <a:ext uri="{C183D7F6-B498-43B3-948B-1728B52AA6E4}">
                <adec:decorative xmlns:adec="http://schemas.microsoft.com/office/drawing/2017/decorative" val="0"/>
              </a:ext>
            </a:extLst>
          </p:cNvPr>
          <p:cNvSpPr txBox="1">
            <a:spLocks/>
          </p:cNvSpPr>
          <p:nvPr/>
        </p:nvSpPr>
        <p:spPr bwMode="auto">
          <a:xfrm>
            <a:off x="570066" y="1382276"/>
            <a:ext cx="3568797" cy="399596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462" rtl="0" eaLnBrk="1" latinLnBrk="0" hangingPunct="1">
              <a:lnSpc>
                <a:spcPct val="100000"/>
              </a:lnSpc>
              <a:spcBef>
                <a:spcPct val="0"/>
              </a:spcBef>
              <a:buNone/>
              <a:defRPr lang="en-US" sz="3599"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base" latinLnBrk="0" hangingPunct="1">
              <a:lnSpc>
                <a:spcPct val="100000"/>
              </a:lnSpc>
              <a:spcBef>
                <a:spcPts val="0"/>
              </a:spcBef>
              <a:spcAft>
                <a:spcPts val="200"/>
              </a:spcAft>
              <a:buClr>
                <a:srgbClr val="000000"/>
              </a:buClr>
              <a:buSzTx/>
              <a:buFontTx/>
              <a:buNone/>
              <a:tabLst/>
              <a:defRPr/>
            </a:pPr>
            <a:r>
              <a:rPr kumimoji="0" lang="en-US" sz="2400" b="1" i="0" u="none" strike="noStrike" kern="1200" cap="none" spc="-50" normalizeH="0" baseline="0" noProof="0" dirty="0">
                <a:ln w="3175">
                  <a:noFill/>
                </a:ln>
                <a:gradFill>
                  <a:gsLst>
                    <a:gs pos="0">
                      <a:srgbClr val="0078D4"/>
                    </a:gs>
                    <a:gs pos="50000">
                      <a:srgbClr val="8661C5"/>
                    </a:gs>
                    <a:gs pos="100000">
                      <a:srgbClr val="C73ECC"/>
                    </a:gs>
                  </a:gsLst>
                  <a:lin ang="2700000" scaled="1"/>
                </a:gradFill>
                <a:effectLst/>
                <a:uLnTx/>
                <a:uFillTx/>
                <a:latin typeface="Segoe Sans Display Semibold" pitchFamily="2" charset="0"/>
                <a:ea typeface="+mn-ea"/>
                <a:cs typeface="Segoe Sans Display Semibold" pitchFamily="2" charset="0"/>
              </a:rPr>
              <a:t>Agents + humans getting work done in a single hub</a:t>
            </a:r>
          </a:p>
          <a:p>
            <a:pPr marL="0" marR="0" lvl="0" indent="0" algn="l" defTabSz="107232" rtl="0" eaLnBrk="1" fontAlgn="base" latinLnBrk="0" hangingPunct="1">
              <a:lnSpc>
                <a:spcPct val="100000"/>
              </a:lnSpc>
              <a:spcBef>
                <a:spcPct val="0"/>
              </a:spcBef>
              <a:spcAft>
                <a:spcPct val="0"/>
              </a:spcAft>
              <a:buClrTx/>
              <a:buSzTx/>
              <a:buFontTx/>
              <a:buNone/>
              <a:tabLst/>
              <a:defRPr/>
            </a:pPr>
            <a:endParaRPr kumimoji="0" lang="en-US" sz="1500" b="1" i="0" u="none" strike="noStrike" kern="1200" cap="none" spc="-22" normalizeH="0" baseline="0" noProof="0" dirty="0">
              <a:ln>
                <a:noFill/>
              </a:ln>
              <a:solidFill>
                <a:srgbClr val="000000"/>
              </a:solidFill>
              <a:effectLst/>
              <a:uLnTx/>
              <a:uFillTx/>
              <a:latin typeface="Segoe Sans Display"/>
              <a:ea typeface="+mn-ea"/>
              <a:cs typeface="Segoe Sans Display Semibold"/>
            </a:endParaRPr>
          </a:p>
          <a:p>
            <a:pPr marL="0" marR="0" lvl="0" indent="0" algn="l" defTabSz="107232" rtl="0" eaLnBrk="1" fontAlgn="base" latinLnBrk="0" hangingPunct="1">
              <a:lnSpc>
                <a:spcPct val="100000"/>
              </a:lnSpc>
              <a:spcBef>
                <a:spcPct val="0"/>
              </a:spcBef>
              <a:spcAft>
                <a:spcPct val="0"/>
              </a:spcAft>
              <a:buClrTx/>
              <a:buSzTx/>
              <a:buFontTx/>
              <a:buNone/>
              <a:tabLst/>
              <a:defRPr/>
            </a:pPr>
            <a:r>
              <a:rPr kumimoji="0" lang="en-US" sz="1500" b="1" i="0" u="none" strike="noStrike" kern="1200" cap="none" spc="-22" normalizeH="0" baseline="0" noProof="0" dirty="0">
                <a:ln>
                  <a:noFill/>
                </a:ln>
                <a:solidFill>
                  <a:srgbClr val="000000"/>
                </a:solidFill>
                <a:effectLst/>
                <a:uLnTx/>
                <a:uFillTx/>
                <a:latin typeface="Segoe Sans Display"/>
                <a:ea typeface="+mn-ea"/>
                <a:cs typeface="Segoe Sans Display Semibold"/>
              </a:rPr>
              <a:t>Centralized command center: </a:t>
            </a:r>
            <a:r>
              <a:rPr kumimoji="0" lang="en-US" sz="1500" b="0" i="0" u="none" strike="noStrike" kern="1200" cap="none" spc="-22" normalizeH="0" baseline="0" noProof="0" dirty="0">
                <a:ln>
                  <a:noFill/>
                </a:ln>
                <a:solidFill>
                  <a:srgbClr val="000000"/>
                </a:solidFill>
                <a:effectLst/>
                <a:uLnTx/>
                <a:uFillTx/>
                <a:latin typeface="Segoe Sans Display"/>
                <a:ea typeface="+mn-ea"/>
                <a:cs typeface="Segoe Sans Display Semibold"/>
              </a:rPr>
              <a:t>Agent feed gives you a unified view to monitor, manage, and collaborate with agents across workflows—no toggling between tools.</a:t>
            </a:r>
          </a:p>
          <a:p>
            <a:pPr marL="0" marR="0" lvl="0" indent="0" algn="l" defTabSz="107232" rtl="0" eaLnBrk="1" fontAlgn="base" latinLnBrk="0" hangingPunct="1">
              <a:lnSpc>
                <a:spcPct val="100000"/>
              </a:lnSpc>
              <a:spcBef>
                <a:spcPct val="0"/>
              </a:spcBef>
              <a:spcAft>
                <a:spcPct val="0"/>
              </a:spcAft>
              <a:buClrTx/>
              <a:buSzTx/>
              <a:buFontTx/>
              <a:buNone/>
              <a:tabLst/>
              <a:defRPr/>
            </a:pPr>
            <a:endParaRPr kumimoji="0" lang="en-US" sz="1500" b="1" i="0" u="none" strike="noStrike" kern="1200" cap="none" spc="-22" normalizeH="0" baseline="0" noProof="0" dirty="0">
              <a:ln>
                <a:noFill/>
              </a:ln>
              <a:solidFill>
                <a:srgbClr val="000000"/>
              </a:solidFill>
              <a:effectLst/>
              <a:uLnTx/>
              <a:uFillTx/>
              <a:latin typeface="Segoe Sans Display"/>
              <a:ea typeface="+mn-ea"/>
              <a:cs typeface="Segoe Sans Display Semibold"/>
            </a:endParaRPr>
          </a:p>
          <a:p>
            <a:pPr marL="0" marR="0" lvl="0" indent="0" algn="l" defTabSz="107232" rtl="0" eaLnBrk="1" fontAlgn="base" latinLnBrk="0" hangingPunct="1">
              <a:lnSpc>
                <a:spcPct val="100000"/>
              </a:lnSpc>
              <a:spcBef>
                <a:spcPct val="0"/>
              </a:spcBef>
              <a:spcAft>
                <a:spcPct val="0"/>
              </a:spcAft>
              <a:buClrTx/>
              <a:buSzTx/>
              <a:buFontTx/>
              <a:buNone/>
              <a:tabLst/>
              <a:defRPr/>
            </a:pPr>
            <a:r>
              <a:rPr kumimoji="0" lang="en-US" sz="1500" b="1" i="0" u="none" strike="noStrike" kern="1200" cap="none" spc="-22" normalizeH="0" baseline="0" noProof="0" dirty="0">
                <a:ln>
                  <a:noFill/>
                </a:ln>
                <a:solidFill>
                  <a:srgbClr val="000000"/>
                </a:solidFill>
                <a:effectLst/>
                <a:uLnTx/>
                <a:uFillTx/>
                <a:latin typeface="Segoe Sans Display"/>
                <a:ea typeface="+mn-ea"/>
                <a:cs typeface="Segoe Sans Display Semibold"/>
              </a:rPr>
              <a:t>Real-time collaboration: </a:t>
            </a:r>
            <a:r>
              <a:rPr kumimoji="0" lang="en-US" sz="1500" b="0" i="0" u="none" strike="noStrike" kern="1200" cap="none" spc="-22" normalizeH="0" baseline="0" noProof="0" dirty="0">
                <a:ln>
                  <a:noFill/>
                </a:ln>
                <a:solidFill>
                  <a:srgbClr val="000000"/>
                </a:solidFill>
                <a:effectLst/>
                <a:uLnTx/>
                <a:uFillTx/>
                <a:latin typeface="Segoe Sans Display"/>
                <a:ea typeface="+mn-ea"/>
                <a:cs typeface="Segoe Sans Display Semibold"/>
              </a:rPr>
              <a:t>Agents and users stay in sync through timely notifications, status updates, and contextual prompts.</a:t>
            </a:r>
          </a:p>
          <a:p>
            <a:pPr marL="0" marR="0" lvl="0" indent="0" algn="l" defTabSz="107232" rtl="0" eaLnBrk="1" fontAlgn="base" latinLnBrk="0" hangingPunct="1">
              <a:lnSpc>
                <a:spcPct val="100000"/>
              </a:lnSpc>
              <a:spcBef>
                <a:spcPct val="0"/>
              </a:spcBef>
              <a:spcAft>
                <a:spcPct val="0"/>
              </a:spcAft>
              <a:buClrTx/>
              <a:buSzTx/>
              <a:buFontTx/>
              <a:buNone/>
              <a:tabLst/>
              <a:defRPr/>
            </a:pPr>
            <a:endParaRPr kumimoji="0" lang="en-US" sz="1500" b="1" i="0" u="none" strike="noStrike" kern="1200" cap="none" spc="-22" normalizeH="0" baseline="0" noProof="0" dirty="0">
              <a:ln>
                <a:noFill/>
              </a:ln>
              <a:solidFill>
                <a:srgbClr val="000000"/>
              </a:solidFill>
              <a:effectLst/>
              <a:uLnTx/>
              <a:uFillTx/>
              <a:latin typeface="Segoe Sans Display"/>
              <a:ea typeface="+mn-ea"/>
              <a:cs typeface="Segoe Sans Display Semibold"/>
            </a:endParaRPr>
          </a:p>
          <a:p>
            <a:pPr marL="0" marR="0" lvl="0" indent="0" algn="l" defTabSz="107232" rtl="0" eaLnBrk="1" fontAlgn="base" latinLnBrk="0" hangingPunct="1">
              <a:lnSpc>
                <a:spcPct val="100000"/>
              </a:lnSpc>
              <a:spcBef>
                <a:spcPct val="0"/>
              </a:spcBef>
              <a:spcAft>
                <a:spcPct val="0"/>
              </a:spcAft>
              <a:buClrTx/>
              <a:buSzTx/>
              <a:buFontTx/>
              <a:buNone/>
              <a:tabLst/>
              <a:defRPr/>
            </a:pPr>
            <a:r>
              <a:rPr kumimoji="0" lang="en-US" sz="1500" b="1" i="0" u="none" strike="noStrike" kern="1200" cap="none" spc="-22" normalizeH="0" baseline="0" noProof="0" dirty="0">
                <a:ln>
                  <a:noFill/>
                </a:ln>
                <a:solidFill>
                  <a:srgbClr val="000000"/>
                </a:solidFill>
                <a:effectLst/>
                <a:uLnTx/>
                <a:uFillTx/>
                <a:latin typeface="Segoe Sans Display"/>
                <a:ea typeface="+mn-ea"/>
                <a:cs typeface="Segoe Sans Display Semibold"/>
              </a:rPr>
              <a:t>Actionable intelligence: </a:t>
            </a:r>
            <a:r>
              <a:rPr kumimoji="0" lang="en-US" sz="1500" b="0" i="0" u="none" strike="noStrike" kern="1200" cap="none" spc="-22" normalizeH="0" baseline="0" noProof="0" dirty="0">
                <a:ln>
                  <a:noFill/>
                </a:ln>
                <a:solidFill>
                  <a:srgbClr val="000000"/>
                </a:solidFill>
                <a:effectLst/>
                <a:uLnTx/>
                <a:uFillTx/>
                <a:latin typeface="Segoe Sans Display"/>
                <a:ea typeface="+mn-ea"/>
                <a:cs typeface="Segoe Sans Display Semibold"/>
              </a:rPr>
              <a:t>The feed surfaces insights, suggestions, and automation triggers, empowering users to act quickly—prioritizing and unblocking agentic flows.</a:t>
            </a:r>
          </a:p>
        </p:txBody>
      </p:sp>
      <p:pic>
        <p:nvPicPr>
          <p:cNvPr id="6" name="Picture 5" descr="The image displays a user interface with a dashboard showing various tasks and updates related to HR and payroll management, including completed tasks, pending actions, and employee records.&#10;&#10;AI-generated content may be incorrect.">
            <a:extLst>
              <a:ext uri="{FF2B5EF4-FFF2-40B4-BE49-F238E27FC236}">
                <a16:creationId xmlns:a16="http://schemas.microsoft.com/office/drawing/2014/main" id="{CFFC127E-CD07-D450-7518-1D875B809F56}"/>
              </a:ext>
              <a:ext uri="{C183D7F6-B498-43B3-948B-1728B52AA6E4}">
                <adec:decorative xmlns:adec="http://schemas.microsoft.com/office/drawing/2017/decorative" val="1"/>
              </a:ext>
            </a:extLst>
          </p:cNvPr>
          <p:cNvPicPr>
            <a:picLocks noChangeAspect="1"/>
          </p:cNvPicPr>
          <p:nvPr/>
        </p:nvPicPr>
        <p:blipFill>
          <a:blip r:embed="rId2"/>
          <a:srcRect l="207" r="207"/>
          <a:stretch/>
        </p:blipFill>
        <p:spPr>
          <a:xfrm>
            <a:off x="5210070" y="1148719"/>
            <a:ext cx="7540351" cy="4240161"/>
          </a:xfrm>
          <a:prstGeom prst="roundRect">
            <a:avLst>
              <a:gd name="adj" fmla="val 1780"/>
            </a:avLst>
          </a:prstGeom>
          <a:ln w="38100">
            <a:solidFill>
              <a:schemeClr val="bg1">
                <a:lumMod val="75000"/>
              </a:schemeClr>
            </a:solidFill>
          </a:ln>
          <a:effectLst>
            <a:outerShdw blurRad="254000" dist="63500" dir="5400000" algn="ctr" rotWithShape="0">
              <a:srgbClr val="000000">
                <a:alpha val="15000"/>
              </a:srgbClr>
            </a:outerShdw>
          </a:effectLst>
        </p:spPr>
      </p:pic>
    </p:spTree>
    <p:extLst>
      <p:ext uri="{BB962C8B-B14F-4D97-AF65-F5344CB8AC3E}">
        <p14:creationId xmlns:p14="http://schemas.microsoft.com/office/powerpoint/2010/main" val="13392455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36B4F-DC9E-C0B0-DEE5-349116D28561}"/>
              </a:ext>
            </a:extLst>
          </p:cNvPr>
          <p:cNvSpPr>
            <a:spLocks noGrp="1"/>
          </p:cNvSpPr>
          <p:nvPr>
            <p:ph type="title"/>
          </p:nvPr>
        </p:nvSpPr>
        <p:spPr/>
        <p:txBody>
          <a:bodyPr/>
          <a:lstStyle/>
          <a:p>
            <a:r>
              <a:rPr lang="en-US" sz="2800" b="0" dirty="0"/>
              <a:t>Automate manual processes with human review when it matters</a:t>
            </a:r>
            <a:r>
              <a:rPr lang="en-US" sz="1800" b="0" dirty="0"/>
              <a:t>.</a:t>
            </a:r>
            <a:br>
              <a:rPr lang="en-US" sz="1200" dirty="0"/>
            </a:br>
            <a:br>
              <a:rPr lang="en-US" sz="1050" dirty="0"/>
            </a:br>
            <a:endParaRPr lang="en-US" sz="1050" dirty="0"/>
          </a:p>
        </p:txBody>
      </p:sp>
      <p:sp>
        <p:nvSpPr>
          <p:cNvPr id="7" name="TextBox 6">
            <a:extLst>
              <a:ext uri="{FF2B5EF4-FFF2-40B4-BE49-F238E27FC236}">
                <a16:creationId xmlns:a16="http://schemas.microsoft.com/office/drawing/2014/main" id="{B420964A-2583-701E-BFE3-E0079BFFC646}"/>
              </a:ext>
            </a:extLst>
          </p:cNvPr>
          <p:cNvSpPr txBox="1"/>
          <p:nvPr/>
        </p:nvSpPr>
        <p:spPr>
          <a:xfrm>
            <a:off x="515585" y="2238152"/>
            <a:ext cx="11282321" cy="4001032"/>
          </a:xfrm>
          <a:prstGeom prst="rect">
            <a:avLst/>
          </a:prstGeom>
          <a:noFill/>
        </p:spPr>
        <p:txBody>
          <a:bodyPr wrap="square">
            <a:spAutoFit/>
          </a:bodyPr>
          <a:lstStyle/>
          <a:p>
            <a:pPr>
              <a:lnSpc>
                <a:spcPct val="120000"/>
              </a:lnSpc>
              <a:spcBef>
                <a:spcPts val="600"/>
              </a:spcBef>
              <a:spcAft>
                <a:spcPts val="600"/>
              </a:spcAft>
            </a:pPr>
            <a:r>
              <a:rPr lang="en-US" b="1" dirty="0"/>
              <a:t>Business scenario: Invoice processing with exception review</a:t>
            </a:r>
          </a:p>
          <a:p>
            <a:pPr>
              <a:lnSpc>
                <a:spcPct val="120000"/>
              </a:lnSpc>
              <a:spcBef>
                <a:spcPts val="600"/>
              </a:spcBef>
            </a:pPr>
            <a:r>
              <a:rPr lang="en-US" dirty="0"/>
              <a:t>The finance team receives invoices by email and spends time entering details, checking records, and routing exceptions.</a:t>
            </a:r>
          </a:p>
          <a:p>
            <a:pPr marL="514350" lvl="0" indent="-282575">
              <a:lnSpc>
                <a:spcPct val="120000"/>
              </a:lnSpc>
              <a:spcBef>
                <a:spcPts val="600"/>
              </a:spcBef>
              <a:buFont typeface="Arial" panose="020B0604020202020204" pitchFamily="34" charset="0"/>
              <a:buChar char="•"/>
            </a:pPr>
            <a:r>
              <a:rPr lang="en-US" dirty="0"/>
              <a:t>An invoice email automatically starts the process.</a:t>
            </a:r>
          </a:p>
          <a:p>
            <a:pPr marL="514350" lvl="0" indent="-282575">
              <a:lnSpc>
                <a:spcPct val="120000"/>
              </a:lnSpc>
              <a:spcBef>
                <a:spcPts val="600"/>
              </a:spcBef>
              <a:buFont typeface="Arial" panose="020B0604020202020204" pitchFamily="34" charset="0"/>
              <a:buChar char="•"/>
            </a:pPr>
            <a:r>
              <a:rPr lang="en-US" dirty="0"/>
              <a:t>The agent captures the details and updates the finance record.</a:t>
            </a:r>
          </a:p>
          <a:p>
            <a:pPr marL="514350" lvl="0" indent="-282575">
              <a:lnSpc>
                <a:spcPct val="120000"/>
              </a:lnSpc>
              <a:spcBef>
                <a:spcPts val="600"/>
              </a:spcBef>
              <a:buFont typeface="Arial" panose="020B0604020202020204" pitchFamily="34" charset="0"/>
              <a:buChar char="•"/>
            </a:pPr>
            <a:r>
              <a:rPr lang="en-US" dirty="0"/>
              <a:t>If the amount, vendor, or purchase order does not match, the issue appears in Agent Feed.</a:t>
            </a:r>
          </a:p>
          <a:p>
            <a:pPr marL="514350" lvl="0" indent="-282575">
              <a:lnSpc>
                <a:spcPct val="120000"/>
              </a:lnSpc>
              <a:spcBef>
                <a:spcPts val="600"/>
              </a:spcBef>
              <a:buFont typeface="Arial" panose="020B0604020202020204" pitchFamily="34" charset="0"/>
              <a:buChar char="•"/>
            </a:pPr>
            <a:r>
              <a:rPr lang="en-US" dirty="0"/>
              <a:t>A finance employee reviews and approves the exception inside the business app.</a:t>
            </a:r>
          </a:p>
          <a:p>
            <a:pPr marL="231775" lvl="0">
              <a:lnSpc>
                <a:spcPct val="120000"/>
              </a:lnSpc>
              <a:spcBef>
                <a:spcPts val="600"/>
              </a:spcBef>
            </a:pPr>
            <a:endParaRPr lang="en-US" b="1" dirty="0"/>
          </a:p>
          <a:p>
            <a:pPr>
              <a:lnSpc>
                <a:spcPct val="120000"/>
              </a:lnSpc>
              <a:spcBef>
                <a:spcPts val="600"/>
              </a:spcBef>
            </a:pPr>
            <a:r>
              <a:rPr lang="en-US" b="1" dirty="0"/>
              <a:t>Impact:</a:t>
            </a:r>
            <a:r>
              <a:rPr lang="en-US" dirty="0"/>
              <a:t>  less manual tracking and data entry, faster processing, reduced errors, and human review only where it adds value.</a:t>
            </a:r>
          </a:p>
        </p:txBody>
      </p:sp>
      <p:sp>
        <p:nvSpPr>
          <p:cNvPr id="4" name="TextBox 3">
            <a:extLst>
              <a:ext uri="{FF2B5EF4-FFF2-40B4-BE49-F238E27FC236}">
                <a16:creationId xmlns:a16="http://schemas.microsoft.com/office/drawing/2014/main" id="{4532925F-7318-B9EF-D3BE-0198E71A4E42}"/>
              </a:ext>
            </a:extLst>
          </p:cNvPr>
          <p:cNvSpPr txBox="1"/>
          <p:nvPr/>
        </p:nvSpPr>
        <p:spPr>
          <a:xfrm>
            <a:off x="515585" y="1220751"/>
            <a:ext cx="10895164" cy="726289"/>
          </a:xfrm>
          <a:prstGeom prst="rect">
            <a:avLst/>
          </a:prstGeom>
          <a:noFill/>
        </p:spPr>
        <p:txBody>
          <a:bodyPr wrap="square">
            <a:spAutoFit/>
          </a:bodyPr>
          <a:lstStyle/>
          <a:p>
            <a:pPr marL="0" marR="0" indent="0" algn="l">
              <a:lnSpc>
                <a:spcPct val="120000"/>
              </a:lnSpc>
              <a:buNone/>
            </a:pPr>
            <a:r>
              <a:rPr lang="en-US" sz="1800" b="0" i="1" dirty="0">
                <a:solidFill>
                  <a:srgbClr val="8661C5"/>
                </a:solidFill>
                <a:effectLst/>
                <a:latin typeface="+mj-lt"/>
              </a:rPr>
              <a:t>The Power Apps MCP Server gives AI agents a secure way to work with your business apps and route exceptions to people for review.</a:t>
            </a:r>
            <a:endParaRPr lang="en-US" sz="1200" b="0" i="1" dirty="0">
              <a:solidFill>
                <a:srgbClr val="8661C5"/>
              </a:solidFill>
              <a:effectLst/>
              <a:latin typeface="+mj-lt"/>
            </a:endParaRPr>
          </a:p>
        </p:txBody>
      </p:sp>
    </p:spTree>
    <p:extLst>
      <p:ext uri="{BB962C8B-B14F-4D97-AF65-F5344CB8AC3E}">
        <p14:creationId xmlns:p14="http://schemas.microsoft.com/office/powerpoint/2010/main" val="4755402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05DA-298A-E5C4-0608-2C44F5EBB7B0}"/>
              </a:ext>
            </a:extLst>
          </p:cNvPr>
          <p:cNvSpPr>
            <a:spLocks noGrp="1"/>
          </p:cNvSpPr>
          <p:nvPr>
            <p:ph type="title"/>
          </p:nvPr>
        </p:nvSpPr>
        <p:spPr>
          <a:xfrm>
            <a:off x="1620457" y="2507673"/>
            <a:ext cx="9294470" cy="1855983"/>
          </a:xfrm>
        </p:spPr>
        <p:txBody>
          <a:bodyPr/>
          <a:lstStyle/>
          <a:p>
            <a:r>
              <a:rPr lang="en-US" sz="3600" dirty="0"/>
              <a:t>Get Started –</a:t>
            </a:r>
            <a:br>
              <a:rPr lang="en-US" sz="3600" dirty="0"/>
            </a:br>
            <a:br>
              <a:rPr lang="en-US" sz="3600" dirty="0"/>
            </a:br>
            <a:r>
              <a:rPr lang="en-US" sz="3600" dirty="0">
                <a:hlinkClick r:id="rId2"/>
              </a:rPr>
              <a:t>https://aka.ms/PowerSeries/AgentFeed</a:t>
            </a:r>
            <a:r>
              <a:rPr lang="en-US" sz="3600" dirty="0"/>
              <a:t> </a:t>
            </a:r>
          </a:p>
        </p:txBody>
      </p:sp>
      <p:sp>
        <p:nvSpPr>
          <p:cNvPr id="4" name="frame">
            <a:extLst>
              <a:ext uri="{FF2B5EF4-FFF2-40B4-BE49-F238E27FC236}">
                <a16:creationId xmlns:a16="http://schemas.microsoft.com/office/drawing/2014/main" id="{49BD882A-8E5D-6991-F41C-B8A44545D9A0}"/>
              </a:ext>
            </a:extLst>
          </p:cNvPr>
          <p:cNvSpPr/>
          <p:nvPr/>
        </p:nvSpPr>
        <p:spPr>
          <a:xfrm>
            <a:off x="9388474" y="998541"/>
            <a:ext cx="2166219" cy="907751"/>
          </a:xfrm>
          <a:prstGeom prst="roundRect">
            <a:avLst>
              <a:gd name="adj" fmla="val 4625"/>
            </a:avLst>
          </a:prstGeom>
          <a:solidFill>
            <a:schemeClr val="bg1"/>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j-lt"/>
                <a:ea typeface="+mn-ea"/>
                <a:cs typeface="Segoe UI" panose="020B0502040204020203" pitchFamily="34" charset="0"/>
              </a:rPr>
              <a:t>40 mins</a:t>
            </a:r>
          </a:p>
        </p:txBody>
      </p:sp>
      <p:sp>
        <p:nvSpPr>
          <p:cNvPr id="5" name="Rectangle: Rounded Corners 4">
            <a:extLst>
              <a:ext uri="{FF2B5EF4-FFF2-40B4-BE49-F238E27FC236}">
                <a16:creationId xmlns:a16="http://schemas.microsoft.com/office/drawing/2014/main" id="{B4504859-D12D-5C21-3810-D60A1AA44DCB}"/>
              </a:ext>
            </a:extLst>
          </p:cNvPr>
          <p:cNvSpPr/>
          <p:nvPr/>
        </p:nvSpPr>
        <p:spPr>
          <a:xfrm>
            <a:off x="9718819" y="864614"/>
            <a:ext cx="1505528" cy="267854"/>
          </a:xfrm>
          <a:prstGeom prst="roundRect">
            <a:avLst/>
          </a:prstGeom>
          <a:solidFill>
            <a:srgbClr val="016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Timer</a:t>
            </a:r>
          </a:p>
        </p:txBody>
      </p:sp>
    </p:spTree>
    <p:extLst>
      <p:ext uri="{BB962C8B-B14F-4D97-AF65-F5344CB8AC3E}">
        <p14:creationId xmlns:p14="http://schemas.microsoft.com/office/powerpoint/2010/main" val="142835945"/>
      </p:ext>
    </p:extLst>
  </p:cSld>
  <p:clrMapOvr>
    <a:masterClrMapping/>
  </p:clrMapOvr>
  <p:transition>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Updated Copilot Theme_010524">
  <a:themeElements>
    <a:clrScheme name="Copilot - 12/23">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8661C5"/>
      </a:hlink>
      <a:folHlink>
        <a:srgbClr val="8661C5"/>
      </a:folHlink>
    </a:clrScheme>
    <a:fontScheme name="Segoe U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pdated Copilot Theme_010524" id="{69AC8C09-3441-437D-B814-A5AD62159AFF}" vid="{F9173944-3179-464E-8E53-E39D2E2B50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USE_Microsoft Power Platform Template">
  <a:themeElements>
    <a:clrScheme name="Custom 5">
      <a:dk1>
        <a:srgbClr val="000000"/>
      </a:dk1>
      <a:lt1>
        <a:srgbClr val="FFFFFF"/>
      </a:lt1>
      <a:dk2>
        <a:srgbClr val="000000"/>
      </a:dk2>
      <a:lt2>
        <a:srgbClr val="FFFFFF"/>
      </a:lt2>
      <a:accent1>
        <a:srgbClr val="374649"/>
      </a:accent1>
      <a:accent2>
        <a:srgbClr val="902C93"/>
      </a:accent2>
      <a:accent3>
        <a:srgbClr val="613BA1"/>
      </a:accent3>
      <a:accent4>
        <a:srgbClr val="2A446F"/>
      </a:accent4>
      <a:accent5>
        <a:srgbClr val="222043"/>
      </a:accent5>
      <a:accent6>
        <a:srgbClr val="0078D4"/>
      </a:accent6>
      <a:hlink>
        <a:srgbClr val="0078D4"/>
      </a:hlink>
      <a:folHlink>
        <a:srgbClr val="50E6FF"/>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ne xmlns="936c50f0-9b7f-494e-880b-887b4fe1a93e">false</Done>
    <_ip_UnifiedCompliancePolicyUIAction xmlns="http://schemas.microsoft.com/sharepoint/v3" xsi:nil="true"/>
    <_Flow_SignoffStatus xmlns="936c50f0-9b7f-494e-880b-887b4fe1a93e" xsi:nil="true"/>
    <OneNoteFluid_FileOrder xmlns="936c50f0-9b7f-494e-880b-887b4fe1a93e" xsi:nil="true"/>
    <OneNoteFluid_Teams_Conversation_Id xmlns="936c50f0-9b7f-494e-880b-887b4fe1a93e" xsi:nil="true"/>
    <PMContact xmlns="936c50f0-9b7f-494e-880b-887b4fe1a93e">
      <UserInfo>
        <DisplayName/>
        <AccountId xsi:nil="true"/>
        <AccountType/>
      </UserInfo>
    </PMContact>
    <_ip_UnifiedCompliancePolicyProperties xmlns="http://schemas.microsoft.com/sharepoint/v3" xsi:nil="true"/>
    <Notes xmlns="936c50f0-9b7f-494e-880b-887b4fe1a93e" xsi:nil="true"/>
    <Tags xmlns="936c50f0-9b7f-494e-880b-887b4fe1a93e" xsi:nil="true"/>
    <lcf76f155ced4ddcb4097134ff3c332f xmlns="936c50f0-9b7f-494e-880b-887b4fe1a93e">
      <Terms xmlns="http://schemas.microsoft.com/office/infopath/2007/PartnerControls"/>
    </lcf76f155ced4ddcb4097134ff3c332f>
    <TaxCatchAll xmlns="230e9df3-be65-4c73-a93b-d1236ebd677e" xsi:nil="true"/>
    <DevContact xmlns="936c50f0-9b7f-494e-880b-887b4fe1a93e">
      <UserInfo>
        <DisplayName/>
        <AccountId xsi:nil="true"/>
        <AccountType/>
      </UserInfo>
    </DevContac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CF0ACEDA9CAA47986D9692F213C094" ma:contentTypeVersion="31" ma:contentTypeDescription="Create a new document." ma:contentTypeScope="" ma:versionID="a4fd55e15916418560f587f40c87d478">
  <xsd:schema xmlns:xsd="http://www.w3.org/2001/XMLSchema" xmlns:xs="http://www.w3.org/2001/XMLSchema" xmlns:p="http://schemas.microsoft.com/office/2006/metadata/properties" xmlns:ns1="http://schemas.microsoft.com/sharepoint/v3" xmlns:ns2="936c50f0-9b7f-494e-880b-887b4fe1a93e" xmlns:ns3="66d72bd5-cd8b-4b3e-8916-4c48f6da8037" xmlns:ns4="230e9df3-be65-4c73-a93b-d1236ebd677e" targetNamespace="http://schemas.microsoft.com/office/2006/metadata/properties" ma:root="true" ma:fieldsID="f5b25f691ce6f07b825dc10de7a5f390" ns1:_="" ns2:_="" ns3:_="" ns4:_="">
    <xsd:import namespace="http://schemas.microsoft.com/sharepoint/v3"/>
    <xsd:import namespace="936c50f0-9b7f-494e-880b-887b4fe1a93e"/>
    <xsd:import namespace="66d72bd5-cd8b-4b3e-8916-4c48f6da8037"/>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LengthInSeconds" minOccurs="0"/>
                <xsd:element ref="ns2:_Flow_SignoffStatus" minOccurs="0"/>
                <xsd:element ref="ns2:lcf76f155ced4ddcb4097134ff3c332f" minOccurs="0"/>
                <xsd:element ref="ns4:TaxCatchAll" minOccurs="0"/>
                <xsd:element ref="ns2:OneNoteFluid_FileOrder" minOccurs="0"/>
                <xsd:element ref="ns2:OneNoteFluid_Teams_Conversation_Id" minOccurs="0"/>
                <xsd:element ref="ns2:MediaServiceLocation" minOccurs="0"/>
                <xsd:element ref="ns2:MediaServiceSearchProperties" minOccurs="0"/>
                <xsd:element ref="ns2:MediaServiceDocTags" minOccurs="0"/>
                <xsd:element ref="ns2:MediaServiceObjectDetectorVersions" minOccurs="0"/>
                <xsd:element ref="ns2:DevContact" minOccurs="0"/>
                <xsd:element ref="ns2:PMContact" minOccurs="0"/>
                <xsd:element ref="ns2:Tags" minOccurs="0"/>
                <xsd:element ref="ns2:MediaServiceSystemTags" minOccurs="0"/>
                <xsd:element ref="ns2:MediaServiceBillingMetadata" minOccurs="0"/>
                <xsd:element ref="ns2:Notes" minOccurs="0"/>
                <xsd:element ref="ns2:Don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6c50f0-9b7f-494e-880b-887b4fe1a93e"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Flow_SignoffStatus" ma:index="22" nillable="true" ma:displayName="Status String" ma:format="Dropdown" ma:internalName="Sign_x002d_off_x0020_status">
      <xsd:simpleType>
        <xsd:restriction base="dms:Text">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OneNoteFluid_Teams_Conversation_Id" ma:index="27" nillable="true" ma:displayName="OneNoteFluid_Teams_Conversation_Id" ma:internalName="OneNoteFluid_Teams_Conversation_Id">
      <xsd:simpleType>
        <xsd:restriction base="dms:Text">
          <xsd:maxLength value="255"/>
        </xsd:restriction>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DevContact" ma:index="32" nillable="true" ma:displayName="Dev Contact" ma:format="Dropdown" ma:list="UserInfo" ma:SharePointGroup="0" ma:internalName="Dev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MContact" ma:index="33" nillable="true" ma:displayName="PM Contact" ma:format="Dropdown" ma:list="UserInfo" ma:SharePointGroup="0" ma:internalName="PM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gs" ma:index="34" nillable="true" ma:displayName="Tags" ma:format="Dropdown" ma:internalName="Tags">
      <xsd:complexType>
        <xsd:complexContent>
          <xsd:extension base="dms:MultiChoiceFillIn">
            <xsd:sequence>
              <xsd:element name="Value" maxOccurs="unbounded" minOccurs="0" nillable="true">
                <xsd:simpleType>
                  <xsd:union memberTypes="dms:Text">
                    <xsd:simpleType>
                      <xsd:restriction base="dms:Choice">
                        <xsd:enumeration value="PPUX"/>
                        <xsd:enumeration value="Maker Portal"/>
                        <xsd:enumeration value="Studio"/>
                        <xsd:enumeration value="Controls"/>
                        <xsd:enumeration value="Web Player"/>
                        <xsd:enumeration value="Runtime"/>
                      </xsd:restriction>
                    </xsd:simpleType>
                  </xsd:union>
                </xsd:simpleType>
              </xsd:element>
            </xsd:sequence>
          </xsd:extension>
        </xsd:complexContent>
      </xsd:complexType>
    </xsd:element>
    <xsd:element name="MediaServiceSystemTags" ma:index="35" nillable="true" ma:displayName="MediaServiceSystemTags" ma:hidden="true" ma:internalName="MediaServiceSystemTags" ma:readOnly="true">
      <xsd:simpleType>
        <xsd:restriction base="dms:Note"/>
      </xsd:simpleType>
    </xsd:element>
    <xsd:element name="MediaServiceBillingMetadata" ma:index="36" nillable="true" ma:displayName="MediaServiceBillingMetadata" ma:hidden="true" ma:internalName="MediaServiceBillingMetadata" ma:readOnly="true">
      <xsd:simpleType>
        <xsd:restriction base="dms:Text"/>
      </xsd:simpleType>
    </xsd:element>
    <xsd:element name="Notes" ma:index="37" nillable="true" ma:displayName="Notes" ma:format="Dropdown" ma:internalName="Notes">
      <xsd:simpleType>
        <xsd:restriction base="dms:Note">
          <xsd:maxLength value="255"/>
        </xsd:restriction>
      </xsd:simpleType>
    </xsd:element>
    <xsd:element name="Done" ma:index="38" nillable="true" ma:displayName="Done" ma:default="0" ma:format="Dropdown" ma:internalName="Don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66d72bd5-cd8b-4b3e-8916-4c48f6da803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f35ff663-8fbf-40fa-8b85-7ffd3a8dc5be}" ma:internalName="TaxCatchAll" ma:showField="CatchAllData" ma:web="66d72bd5-cd8b-4b3e-8916-4c48f6da80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F1545A-A9A8-4581-8FD9-BC0D0C44D62F}">
  <ds:schemaRefs>
    <ds:schemaRef ds:uri="230e9df3-be65-4c73-a93b-d1236ebd677e"/>
    <ds:schemaRef ds:uri="66d72bd5-cd8b-4b3e-8916-4c48f6da8037"/>
    <ds:schemaRef ds:uri="936c50f0-9b7f-494e-880b-887b4fe1a9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FEC7634-B3AA-43E8-9B60-83AC8DC0F8D6}">
  <ds:schemaRefs>
    <ds:schemaRef ds:uri="http://schemas.microsoft.com/sharepoint/v3/contenttype/forms"/>
  </ds:schemaRefs>
</ds:datastoreItem>
</file>

<file path=customXml/itemProps3.xml><?xml version="1.0" encoding="utf-8"?>
<ds:datastoreItem xmlns:ds="http://schemas.openxmlformats.org/officeDocument/2006/customXml" ds:itemID="{20515495-E596-4A1D-B247-ADB9CD7BBA2C}">
  <ds:schemaRefs>
    <ds:schemaRef ds:uri="230e9df3-be65-4c73-a93b-d1236ebd677e"/>
    <ds:schemaRef ds:uri="66d72bd5-cd8b-4b3e-8916-4c48f6da8037"/>
    <ds:schemaRef ds:uri="936c50f0-9b7f-494e-880b-887b4fe1a9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4271</TotalTime>
  <Words>1871</Words>
  <Application>Microsoft Office PowerPoint</Application>
  <PresentationFormat>Widescreen</PresentationFormat>
  <Paragraphs>164</Paragraphs>
  <Slides>14</Slides>
  <Notes>10</Notes>
  <HiddenSlides>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14</vt:i4>
      </vt:variant>
    </vt:vector>
  </HeadingPairs>
  <TitlesOfParts>
    <vt:vector size="32" baseType="lpstr">
      <vt:lpstr>Aptos</vt:lpstr>
      <vt:lpstr>Aptos Display</vt:lpstr>
      <vt:lpstr>Aptos Mono</vt:lpstr>
      <vt:lpstr>Arial</vt:lpstr>
      <vt:lpstr>Calibri</vt:lpstr>
      <vt:lpstr>Menlo</vt:lpstr>
      <vt:lpstr>Segoe Sans Display</vt:lpstr>
      <vt:lpstr>Segoe Sans Display Semibold</vt:lpstr>
      <vt:lpstr>Segoe Sans Text</vt:lpstr>
      <vt:lpstr>Segoe Sans Text Semibold</vt:lpstr>
      <vt:lpstr>Segoe UI</vt:lpstr>
      <vt:lpstr>Segoe UI Semibold</vt:lpstr>
      <vt:lpstr>Segoe UI Semilight</vt:lpstr>
      <vt:lpstr>Wingdings</vt:lpstr>
      <vt:lpstr>Office Theme</vt:lpstr>
      <vt:lpstr>2_Updated Copilot Theme_010524</vt:lpstr>
      <vt:lpstr>1_Office Theme</vt:lpstr>
      <vt:lpstr>USE_Microsoft Power Platform Template</vt:lpstr>
      <vt:lpstr>PowerPoint Presentation</vt:lpstr>
      <vt:lpstr>PowerPoint Presentation</vt:lpstr>
      <vt:lpstr>PowerPoint Presentation</vt:lpstr>
      <vt:lpstr>PowerPoint Presentation</vt:lpstr>
      <vt:lpstr>PowerPoint Presentation</vt:lpstr>
      <vt:lpstr>PowerPoint Presentation</vt:lpstr>
      <vt:lpstr>The Power Series</vt:lpstr>
      <vt:lpstr>PowerPoint Presentation</vt:lpstr>
      <vt:lpstr>MCP architecture: Client-server model </vt:lpstr>
      <vt:lpstr>PowerPoint Presentation</vt:lpstr>
      <vt:lpstr>PowerPoint Presentation</vt:lpstr>
      <vt:lpstr>Agent Feed</vt:lpstr>
      <vt:lpstr>Automate manual processes with human review when it matters.  </vt:lpstr>
      <vt:lpstr>Get Started –  https://aka.ms/PowerSeries/AgentFeed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Lance Garcia (ALLEGIS GROUP SERVICES)</dc:creator>
  <cp:lastModifiedBy>Rasika Chaudhary</cp:lastModifiedBy>
  <cp:revision>2</cp:revision>
  <dcterms:created xsi:type="dcterms:W3CDTF">2026-06-04T17:32:01Z</dcterms:created>
  <dcterms:modified xsi:type="dcterms:W3CDTF">2026-10-14T19:41:17Z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0x01010025CF0ACEDA9CAA47986D9692F213C094</vt:lpwstr>
  </property>
  <property fmtid="{D5CDD505-2E9C-101B-9397-08002B2CF9AE}" pid="3" name="MediaServiceImageTags">
    <vt:lpwstr/>
  </property>
</Properties>
</file>